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3716000" cy="5257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586A"/>
    <a:srgbClr val="A85B12"/>
    <a:srgbClr val="FFE5BF"/>
    <a:srgbClr val="ECEEF0"/>
    <a:srgbClr val="276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3"/>
    <p:restoredTop sz="94694"/>
  </p:normalViewPr>
  <p:slideViewPr>
    <p:cSldViewPr snapToGrid="0" snapToObjects="1">
      <p:cViewPr>
        <p:scale>
          <a:sx n="36" d="100"/>
          <a:sy n="36" d="100"/>
        </p:scale>
        <p:origin x="2696" y="2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6AE32-33C5-9449-AE2C-0BF1D82AF362}" type="datetimeFigureOut">
              <a:rPr lang="en-CN" smtClean="0"/>
              <a:t>2026/9/3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95313" y="1143000"/>
            <a:ext cx="80486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67B68-9F4B-044D-9595-F80A7478308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6702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67B68-9F4B-044D-9595-F80A74783085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60139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8" Type="http://schemas.openxmlformats.org/officeDocument/2006/relationships/image" Target="../media/image6.sv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00" cy="5257800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18288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6E6B62"/>
                </a:solidFill>
                <a:latin typeface="IBM Plex Mono"/>
              </a:rPr>
              <a:t>SKILLS/SITING-RUN/SKILL.MD — FIVE STAGES, ONE ORCHESTRATOR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82880"/>
            <a:ext cx="429768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274320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 i="0">
                <a:solidFill>
                  <a:srgbClr val="1C1B18"/>
                </a:solidFill>
                <a:latin typeface="IBM Plex Mono"/>
              </a:rPr>
              <a:t>DECISION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27797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0" i="0">
                <a:solidFill>
                  <a:srgbClr val="6E6B62"/>
                </a:solidFill>
                <a:latin typeface="IBM Plex Mono"/>
              </a:rPr>
              <a:t>siting/decisions.py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" y="438912"/>
            <a:ext cx="382219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184" y="512064"/>
            <a:ext cx="2743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1C1B18"/>
                </a:solidFill>
                <a:latin typeface="IBM Plex Mono"/>
              </a:rPr>
              <a:t>data_currency_accepted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"/>
            <a:ext cx="2779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1" i="0">
                <a:solidFill>
                  <a:srgbClr val="276B67"/>
                </a:solidFill>
                <a:latin typeface="IBM Plex Mono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676656"/>
            <a:ext cx="2743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1C1B18"/>
                </a:solidFill>
                <a:latin typeface="IBM Plex Mono"/>
              </a:rPr>
              <a:t>service_radius_m ·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676656"/>
            <a:ext cx="2779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1" i="0">
                <a:solidFill>
                  <a:srgbClr val="276B67"/>
                </a:solidFill>
                <a:latin typeface="IBM Plex Mono"/>
              </a:rP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841248"/>
            <a:ext cx="2743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 i="0">
                <a:solidFill>
                  <a:srgbClr val="1C1B18"/>
                </a:solidFill>
                <a:latin typeface="IBM Plex Mono"/>
              </a:rPr>
              <a:t>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841248"/>
            <a:ext cx="2779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1" i="0">
                <a:solidFill>
                  <a:srgbClr val="6E6B62"/>
                </a:solidFill>
                <a:latin typeface="IBM Plex Mono"/>
              </a:rPr>
              <a:t>operator, upfront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88720" y="1060704"/>
            <a:ext cx="0" cy="493776"/>
          </a:xfrm>
          <a:prstGeom prst="line">
            <a:avLst/>
          </a:prstGeom>
          <a:ln w="1905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1124712" y="1271016"/>
            <a:ext cx="128016" cy="128016"/>
          </a:xfrm>
          <a:prstGeom prst="diamond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3474720" y="1060704"/>
            <a:ext cx="0" cy="493776"/>
          </a:xfrm>
          <a:prstGeom prst="line">
            <a:avLst/>
          </a:prstGeom>
          <a:ln w="1905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3410712" y="1271016"/>
            <a:ext cx="128016" cy="128016"/>
          </a:xfrm>
          <a:prstGeom prst="diamond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023360" y="1152144"/>
            <a:ext cx="1188720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0" y="120700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Mono"/>
              </a:rPr>
              <a:t>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1353312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0" i="0">
                <a:solidFill>
                  <a:srgbClr val="A85B12"/>
                </a:solidFill>
                <a:latin typeface="IBM Plex Sans"/>
              </a:rPr>
              <a:t>refuses if incomplete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97680" y="1060704"/>
            <a:ext cx="274320" cy="91440"/>
          </a:xfrm>
          <a:prstGeom prst="line">
            <a:avLst/>
          </a:prstGeom>
          <a:ln w="1778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7720" y="1481328"/>
            <a:ext cx="502920" cy="73152"/>
          </a:xfrm>
          <a:prstGeom prst="line">
            <a:avLst/>
          </a:prstGeom>
          <a:ln w="2032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/>
          <p:cNvSpPr/>
          <p:nvPr/>
        </p:nvSpPr>
        <p:spPr>
          <a:xfrm>
            <a:off x="12326112" y="1307592"/>
            <a:ext cx="128016" cy="128016"/>
          </a:xfrm>
          <a:prstGeom prst="diamond">
            <a:avLst/>
          </a:prstGeom>
          <a:solidFill>
            <a:srgbClr val="A8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12390120" y="1435608"/>
            <a:ext cx="0" cy="118872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475720" y="1115568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A85B12"/>
                </a:solidFill>
                <a:latin typeface="IBM Plex Sans"/>
              </a:rPr>
              <a:t>checkpoint: override 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" y="155448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EBF2F1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010" b="1" i="0">
                <a:solidFill>
                  <a:srgbClr val="1C1B18"/>
                </a:solidFill>
                <a:latin typeface="IBM Plex Mono"/>
              </a:rPr>
              <a:t>STAGE 1</a:t>
            </a:r>
          </a:p>
          <a:p>
            <a:pPr algn="l"/>
            <a:r>
              <a:rPr sz="900" b="0" i="0">
                <a:solidFill>
                  <a:srgbClr val="1C1B18"/>
                </a:solidFill>
                <a:latin typeface="IBM Plex Sans"/>
              </a:rPr>
              <a:t>assess the data</a:t>
            </a:r>
          </a:p>
          <a:p>
            <a:pPr algn="l"/>
            <a:endParaRPr sz="900" b="0" i="0">
              <a:solidFill>
                <a:srgbClr val="1C1B18"/>
              </a:solidFill>
              <a:latin typeface="IBM Plex Sans"/>
            </a:endParaRPr>
          </a:p>
          <a:p>
            <a:pPr algn="l"/>
            <a:r>
              <a:rPr sz="1010" b="1" i="0">
                <a:solidFill>
                  <a:srgbClr val="1C1B18"/>
                </a:solidFill>
                <a:latin typeface="IBM Plex Sans"/>
              </a:rPr>
              <a:t>data-scout</a:t>
            </a:r>
          </a:p>
          <a:p>
            <a:pPr algn="l"/>
            <a:r>
              <a:rPr sz="790" b="0" i="0">
                <a:solidFill>
                  <a:srgbClr val="276B67"/>
                </a:solidFill>
                <a:latin typeface="IBM Plex Mono"/>
              </a:rPr>
              <a:t>Read · Bash · Grep</a:t>
            </a:r>
          </a:p>
          <a:p>
            <a:pPr algn="l"/>
            <a:r>
              <a:rPr sz="760" b="0" i="0">
                <a:solidFill>
                  <a:srgbClr val="6E6B62"/>
                </a:solidFill>
                <a:latin typeface="IBM Plex Sans"/>
              </a:rPr>
              <a:t>holdings · age · reachability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9184" y="2084832"/>
            <a:ext cx="171907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468880" y="155448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EBF2F1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010" b="1" i="0">
                <a:solidFill>
                  <a:srgbClr val="1C1B18"/>
                </a:solidFill>
                <a:latin typeface="IBM Plex Mono"/>
              </a:rPr>
              <a:t>STAGE 2</a:t>
            </a:r>
          </a:p>
          <a:p>
            <a:pPr algn="l"/>
            <a:r>
              <a:rPr sz="900" b="0" i="0">
                <a:solidFill>
                  <a:srgbClr val="1C1B18"/>
                </a:solidFill>
                <a:latin typeface="IBM Plex Sans"/>
              </a:rPr>
              <a:t>prepare the decisions</a:t>
            </a:r>
          </a:p>
          <a:p>
            <a:pPr algn="l"/>
            <a:endParaRPr sz="900" b="0" i="0">
              <a:solidFill>
                <a:srgbClr val="1C1B18"/>
              </a:solidFill>
              <a:latin typeface="IBM Plex Sans"/>
            </a:endParaRPr>
          </a:p>
          <a:p>
            <a:pPr algn="l"/>
            <a:r>
              <a:rPr sz="1010" b="1" i="0">
                <a:solidFill>
                  <a:srgbClr val="1C1B18"/>
                </a:solidFill>
                <a:latin typeface="IBM Plex Sans"/>
              </a:rPr>
              <a:t>spatial-analyst</a:t>
            </a:r>
          </a:p>
          <a:p>
            <a:pPr algn="l"/>
            <a:r>
              <a:rPr sz="790" b="0" i="0">
                <a:solidFill>
                  <a:srgbClr val="276B67"/>
                </a:solidFill>
                <a:latin typeface="IBM Plex Mono"/>
              </a:rPr>
              <a:t>Read · Bash · Grep</a:t>
            </a:r>
          </a:p>
          <a:p>
            <a:pPr algn="l"/>
            <a:r>
              <a:rPr sz="760" b="0" i="0">
                <a:solidFill>
                  <a:srgbClr val="6E6B62"/>
                </a:solidFill>
                <a:latin typeface="IBM Plex Sans"/>
              </a:rPr>
              <a:t>priced options + a recommendation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15184" y="2084832"/>
            <a:ext cx="171907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54880" y="1554480"/>
            <a:ext cx="4023360" cy="2011680"/>
          </a:xfrm>
          <a:prstGeom prst="roundRect">
            <a:avLst>
              <a:gd name="adj" fmla="val 4000"/>
            </a:avLst>
          </a:prstGeom>
          <a:solidFill>
            <a:srgbClr val="ECEEF0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010" b="1" i="0">
                <a:solidFill>
                  <a:srgbClr val="1C1B18"/>
                </a:solidFill>
                <a:latin typeface="IBM Plex Mono"/>
              </a:rPr>
              <a:t>STAGE 3</a:t>
            </a:r>
          </a:p>
          <a:p>
            <a:pPr algn="l"/>
            <a:r>
              <a:rPr sz="900" b="0" i="0">
                <a:solidFill>
                  <a:srgbClr val="1C1B18"/>
                </a:solidFill>
                <a:latin typeface="IBM Plex Sans"/>
              </a:rPr>
              <a:t>run the analysis</a:t>
            </a:r>
          </a:p>
          <a:p>
            <a:pPr algn="l"/>
            <a:r>
              <a:rPr sz="760" b="0" i="0">
                <a:solidFill>
                  <a:srgbClr val="46586A"/>
                </a:solidFill>
                <a:latin typeface="IBM Plex Mono"/>
              </a:rPr>
              <a:t>python -m siting.cli — one subprocess call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01184" y="2139696"/>
            <a:ext cx="373075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901184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46586A"/>
                </a:solidFill>
                <a:latin typeface="IBM Plex Mono"/>
              </a:rPr>
              <a:t>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0" i="0">
                <a:solidFill>
                  <a:srgbClr val="46586A"/>
                </a:solidFill>
                <a:latin typeface="IBM Plex Sans"/>
              </a:rPr>
              <a:t>retrieve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76672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46586A"/>
                </a:solidFill>
                <a:latin typeface="IBM Plex Mono"/>
              </a:rPr>
              <a:t>L2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2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0" i="0">
                <a:solidFill>
                  <a:srgbClr val="46586A"/>
                </a:solidFill>
                <a:latin typeface="IBM Plex Sans"/>
              </a:rPr>
              <a:t>compile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46586A"/>
                </a:solidFill>
                <a:latin typeface="IBM Plex Mono"/>
              </a:rPr>
              <a:t>L3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0" i="0">
                <a:solidFill>
                  <a:srgbClr val="46586A"/>
                </a:solidFill>
                <a:latin typeface="IBM Plex Sans"/>
              </a:rPr>
              <a:t>solve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7648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F3E2CC"/>
          </a:solidFill>
          <a:ln w="1651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A85B12"/>
                </a:solidFill>
                <a:latin typeface="IBM Plex Mono"/>
              </a:rPr>
              <a:t>L4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 i="0">
                <a:solidFill>
                  <a:srgbClr val="A85B12"/>
                </a:solidFill>
                <a:latin typeface="IBM Plex Sans"/>
              </a:rPr>
              <a:t>guardrail</a:t>
            </a:r>
          </a:p>
          <a:p>
            <a:pPr algn="ctr"/>
            <a:r>
              <a:rPr sz="500" b="0" i="0">
                <a:solidFill>
                  <a:srgbClr val="A85B12"/>
                </a:solidFill>
                <a:latin typeface="IBM Plex Sans"/>
              </a:rPr>
              <a:t>/ override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03136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F3E2CC"/>
          </a:solidFill>
          <a:ln w="1651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A85B12"/>
                </a:solidFill>
                <a:latin typeface="IBM Plex Mono"/>
              </a:rPr>
              <a:t>L5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 i="0">
                <a:solidFill>
                  <a:srgbClr val="A85B12"/>
                </a:solidFill>
                <a:latin typeface="IBM Plex Sans"/>
              </a:rPr>
              <a:t>evaluate</a:t>
            </a:r>
          </a:p>
          <a:p>
            <a:pPr algn="ctr"/>
            <a:r>
              <a:rPr sz="500" b="0" i="0">
                <a:solidFill>
                  <a:srgbClr val="A85B12"/>
                </a:solidFill>
                <a:latin typeface="IBM Plex Sans"/>
              </a:rPr>
              <a:t>equity check</a:t>
            </a:r>
          </a:p>
        </p:txBody>
      </p:sp>
      <p:sp>
        <p:nvSpPr>
          <p:cNvPr id="42" name="Hexagon 41"/>
          <p:cNvSpPr/>
          <p:nvPr/>
        </p:nvSpPr>
        <p:spPr>
          <a:xfrm>
            <a:off x="7278624" y="2249424"/>
            <a:ext cx="402336" cy="475488"/>
          </a:xfrm>
          <a:prstGeom prst="hexagon">
            <a:avLst/>
          </a:prstGeom>
          <a:solidFill>
            <a:srgbClr val="F3E2CC"/>
          </a:solidFill>
          <a:ln w="1905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10" b="1" i="0">
                <a:solidFill>
                  <a:srgbClr val="A85B12"/>
                </a:solidFill>
                <a:latin typeface="IBM Plex Mono"/>
              </a:rPr>
              <a:t>SCORE</a:t>
            </a:r>
          </a:p>
          <a:p>
            <a:pPr algn="ctr"/>
            <a:r>
              <a:rPr sz="470" b="0" i="0">
                <a:solidFill>
                  <a:srgbClr val="1C1B18"/>
                </a:solidFill>
                <a:latin typeface="IBM Plex Sans"/>
              </a:rPr>
              <a:t>rules|llm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04304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 i="0">
                <a:solidFill>
                  <a:srgbClr val="A85B12"/>
                </a:solidFill>
                <a:latin typeface="IBM Plex Sans"/>
              </a:rPr>
              <a:t>stops</a:t>
            </a:r>
          </a:p>
          <a:p>
            <a:pPr algn="ctr"/>
            <a:r>
              <a:rPr sz="500" b="0" i="0">
                <a:solidFill>
                  <a:srgbClr val="A85B12"/>
                </a:solidFill>
                <a:latin typeface="IBM Plex Sans"/>
              </a:rPr>
              <a:t>below floor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54112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46586A"/>
                </a:solidFill>
                <a:latin typeface="IBM Plex Mono"/>
              </a:rPr>
              <a:t>L6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9792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0" i="0">
                <a:solidFill>
                  <a:srgbClr val="46586A"/>
                </a:solidFill>
                <a:latin typeface="IBM Plex Sans"/>
              </a:rPr>
              <a:t>render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2249424"/>
            <a:ext cx="402336" cy="475488"/>
          </a:xfrm>
          <a:prstGeom prst="roundRect">
            <a:avLst>
              <a:gd name="adj" fmla="val 12000"/>
            </a:avLst>
          </a:prstGeom>
          <a:solidFill>
            <a:srgbClr val="F3E2CC"/>
          </a:solidFill>
          <a:ln w="1651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60" b="1" i="0">
                <a:solidFill>
                  <a:srgbClr val="A85B12"/>
                </a:solidFill>
                <a:latin typeface="IBM Plex Mono"/>
              </a:rPr>
              <a:t>L7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2798064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 i="0">
                <a:solidFill>
                  <a:srgbClr val="A85B12"/>
                </a:solidFill>
                <a:latin typeface="IBM Plex Sans"/>
              </a:rPr>
              <a:t>confirm</a:t>
            </a:r>
          </a:p>
          <a:p>
            <a:pPr algn="ctr"/>
            <a:r>
              <a:rPr sz="500" b="0" i="0">
                <a:solidFill>
                  <a:srgbClr val="A85B12"/>
                </a:solidFill>
                <a:latin typeface="IBM Plex Sans"/>
              </a:rPr>
              <a:t>before issue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303520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779008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254496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729984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205472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680960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156448" y="2487168"/>
            <a:ext cx="73152" cy="0"/>
          </a:xfrm>
          <a:prstGeom prst="line">
            <a:avLst/>
          </a:prstGeom>
          <a:ln w="13970">
            <a:solidFill>
              <a:srgbClr val="4658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69280" y="3063240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 i="1">
                <a:solidFill>
                  <a:srgbClr val="6E6B62"/>
                </a:solidFill>
                <a:latin typeface="IBM Plex Sans"/>
              </a:rPr>
              <a:t>amber = a harness checkpoint fires here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52560" y="155448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010" b="1" i="0">
                <a:solidFill>
                  <a:srgbClr val="1C1B18"/>
                </a:solidFill>
                <a:latin typeface="IBM Plex Mono"/>
              </a:rPr>
              <a:t>STAGE 3b</a:t>
            </a:r>
          </a:p>
          <a:p>
            <a:pPr algn="l"/>
            <a:r>
              <a:rPr sz="900" b="0" i="0">
                <a:solidFill>
                  <a:srgbClr val="1C1B18"/>
                </a:solidFill>
                <a:latin typeface="IBM Plex Sans"/>
              </a:rPr>
              <a:t>figures reviewed</a:t>
            </a:r>
          </a:p>
          <a:p>
            <a:pPr algn="l"/>
            <a:endParaRPr sz="900" b="0" i="0">
              <a:solidFill>
                <a:srgbClr val="1C1B18"/>
              </a:solidFill>
              <a:latin typeface="IBM Plex Sans"/>
            </a:endParaRPr>
          </a:p>
          <a:p>
            <a:pPr algn="l"/>
            <a:r>
              <a:rPr sz="1010" b="1" i="0">
                <a:solidFill>
                  <a:srgbClr val="1C1B18"/>
                </a:solidFill>
                <a:latin typeface="IBM Plex Sans"/>
              </a:rPr>
              <a:t>map-reviewer</a:t>
            </a:r>
          </a:p>
          <a:p>
            <a:pPr algn="l"/>
            <a:r>
              <a:rPr sz="790" b="0" i="0">
                <a:solidFill>
                  <a:srgbClr val="276B67"/>
                </a:solidFill>
                <a:latin typeface="IBM Plex Mono"/>
              </a:rPr>
              <a:t>Read only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198864" y="2084832"/>
            <a:ext cx="171907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966960" y="1609344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20" b="0" i="0">
                <a:solidFill>
                  <a:srgbClr val="276B67"/>
                </a:solidFill>
                <a:latin typeface="IBM Plex Sans"/>
              </a:rPr>
              <a:t>↺ may repeat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98864" y="2578608"/>
            <a:ext cx="1719072" cy="310896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650" b="1" i="0">
                <a:solidFill>
                  <a:srgbClr val="276B67"/>
                </a:solidFill>
                <a:latin typeface="IBM Plex Mono"/>
              </a:rPr>
              <a:t>LAYER: rendered images</a:t>
            </a:r>
          </a:p>
          <a:p>
            <a:pPr algn="l"/>
            <a:r>
              <a:rPr sz="650" b="0" i="0">
                <a:solidFill>
                  <a:srgbClr val="6E6B62"/>
                </a:solidFill>
                <a:latin typeface="IBM Plex Mono"/>
              </a:rPr>
              <a:t>figures.json + map_*.png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98864" y="2980944"/>
            <a:ext cx="1719072" cy="219456"/>
          </a:xfrm>
          <a:prstGeom prst="roundRect">
            <a:avLst>
              <a:gd name="adj" fmla="val 50000"/>
            </a:avLst>
          </a:prstGeom>
          <a:solidFill>
            <a:srgbClr val="EEF5F4"/>
          </a:solidFill>
          <a:ln w="1524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3891" rIns="73152" bIns="43891" rtlCol="0" anchor="ctr"/>
          <a:lstStyle/>
          <a:p>
            <a:pPr algn="ctr"/>
            <a:r>
              <a:rPr sz="680" b="0" i="0">
                <a:solidFill>
                  <a:srgbClr val="276B67"/>
                </a:solidFill>
                <a:latin typeface="IBM Plex Sans"/>
              </a:rPr>
              <a:t>accept · revise · unreadable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338560" y="1554480"/>
            <a:ext cx="2103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010" b="1" i="0">
                <a:solidFill>
                  <a:srgbClr val="1C1B18"/>
                </a:solidFill>
                <a:latin typeface="IBM Plex Mono"/>
              </a:rPr>
              <a:t>STAGE 4</a:t>
            </a:r>
          </a:p>
          <a:p>
            <a:pPr algn="l"/>
            <a:r>
              <a:rPr sz="900" b="0" i="0">
                <a:solidFill>
                  <a:srgbClr val="1C1B18"/>
                </a:solidFill>
                <a:latin typeface="IBM Plex Sans"/>
              </a:rPr>
              <a:t>officer reviews the plan</a:t>
            </a:r>
          </a:p>
          <a:p>
            <a:pPr algn="l"/>
            <a:endParaRPr sz="900" b="0" i="0">
              <a:solidFill>
                <a:srgbClr val="1C1B18"/>
              </a:solidFill>
              <a:latin typeface="IBM Plex Sans"/>
            </a:endParaRPr>
          </a:p>
          <a:p>
            <a:pPr algn="l"/>
            <a:r>
              <a:rPr sz="1010" b="1" i="0">
                <a:solidFill>
                  <a:srgbClr val="1C1B18"/>
                </a:solidFill>
                <a:latin typeface="IBM Plex Sans"/>
              </a:rPr>
              <a:t>plan-reviewer</a:t>
            </a:r>
          </a:p>
          <a:p>
            <a:pPr algn="l"/>
            <a:r>
              <a:rPr sz="790" b="0" i="0">
                <a:solidFill>
                  <a:srgbClr val="276B67"/>
                </a:solidFill>
                <a:latin typeface="IBM Plex Mono"/>
              </a:rPr>
              <a:t>Read only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1484864" y="2084832"/>
            <a:ext cx="181051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1484864" y="2578608"/>
            <a:ext cx="1719072" cy="310896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sz="650" b="1" i="0">
                <a:solidFill>
                  <a:srgbClr val="276B67"/>
                </a:solidFill>
                <a:latin typeface="IBM Plex Mono"/>
              </a:rPr>
              <a:t>LAYER: the account</a:t>
            </a:r>
          </a:p>
          <a:p>
            <a:pPr algn="l"/>
            <a:r>
              <a:rPr sz="650" b="0" i="0">
                <a:solidFill>
                  <a:srgbClr val="6E6B62"/>
                </a:solidFill>
                <a:latin typeface="IBM Plex Mono"/>
              </a:rPr>
              <a:t>results.json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84864" y="292608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1C1B18"/>
                </a:solidFill>
                <a:latin typeface="IBM Plex Mono"/>
              </a:rPr>
              <a:t>VETO · PIN · REWEIGHT · RESCOPE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84864" y="307238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 i="1">
                <a:solidFill>
                  <a:srgbClr val="6E6B62"/>
                </a:solidFill>
                <a:latin typeface="IBM Plex Sans"/>
              </a:rPr>
              <a:t>reason mandatory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194560" y="2560320"/>
            <a:ext cx="27432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480560" y="2560320"/>
            <a:ext cx="27432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778240" y="2560320"/>
            <a:ext cx="27432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064240" y="2560320"/>
            <a:ext cx="27432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058400" y="3566160"/>
            <a:ext cx="0" cy="36576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7955280" y="3931920"/>
            <a:ext cx="2103120" cy="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955280" y="3566160"/>
            <a:ext cx="0" cy="365760"/>
          </a:xfrm>
          <a:prstGeom prst="line">
            <a:avLst/>
          </a:prstGeom>
          <a:ln w="16510">
            <a:solidFill>
              <a:srgbClr val="276B67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589520" y="3785616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80" b="0" i="0">
                <a:solidFill>
                  <a:srgbClr val="276B67"/>
                </a:solidFill>
                <a:latin typeface="IBM Plex Sans"/>
              </a:rPr>
              <a:t>↺ revise → fix → review again, until accept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2390120" y="3566160"/>
            <a:ext cx="0" cy="73152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6528816" y="4297680"/>
            <a:ext cx="5861304" cy="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528816" y="3566160"/>
            <a:ext cx="0" cy="731520"/>
          </a:xfrm>
          <a:prstGeom prst="line">
            <a:avLst/>
          </a:prstGeom>
          <a:ln w="16510">
            <a:solidFill>
              <a:srgbClr val="276B67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955280" y="4151376"/>
            <a:ext cx="3108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" b="0" i="0">
                <a:solidFill>
                  <a:srgbClr val="276B67"/>
                </a:solidFill>
                <a:latin typeface="IBM Plex Sans"/>
              </a:rPr>
              <a:t>overrides written → --overrides (resumes)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188720" y="4425696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474720" y="4425696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315200" y="4425696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2390120" y="4425696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82880" y="4572000"/>
            <a:ext cx="13258800" cy="0"/>
          </a:xfrm>
          <a:prstGeom prst="line">
            <a:avLst/>
          </a:prstGeom>
          <a:ln w="2032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82880" y="464515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5B12"/>
                </a:solidFill>
                <a:latin typeface="IBM Plex Mono"/>
              </a:rPr>
              <a:t>HARNESS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4128" y="467258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6E6B62"/>
                </a:solidFill>
                <a:latin typeface="IBM Plex Mono"/>
              </a:rPr>
              <a:t>extends NORA, 2026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468880" y="4654296"/>
            <a:ext cx="859536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no default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456432" y="4654296"/>
            <a:ext cx="1609344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checkpoints gate both modes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193792" y="4654296"/>
            <a:ext cx="1755648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overrides priced, not blocked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077456" y="4654296"/>
            <a:ext cx="1371600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every figure traceable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2880" y="4919472"/>
            <a:ext cx="9144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 i="0">
                <a:solidFill>
                  <a:srgbClr val="6E6B62"/>
                </a:solidFill>
                <a:latin typeface="IBM Plex Mono"/>
              </a:rPr>
              <a:t>runs/&lt;run-id&gt;/RUN_RECORD.md carries every stage, retrieval, override and score in one account.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1AD2D-8BF7-58B1-8CD4-1E35A938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4392F7-BB54-D610-84CC-29D9BCA13334}"/>
              </a:ext>
            </a:extLst>
          </p:cNvPr>
          <p:cNvSpPr/>
          <p:nvPr/>
        </p:nvSpPr>
        <p:spPr>
          <a:xfrm>
            <a:off x="-1313793" y="10329"/>
            <a:ext cx="15029793" cy="5050904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77534F8-443A-F8D5-2B03-AFC4697813D5}"/>
              </a:ext>
            </a:extLst>
          </p:cNvPr>
          <p:cNvSpPr/>
          <p:nvPr/>
        </p:nvSpPr>
        <p:spPr>
          <a:xfrm>
            <a:off x="182881" y="712525"/>
            <a:ext cx="2979462" cy="1070005"/>
          </a:xfrm>
          <a:prstGeom prst="roundRect">
            <a:avLst>
              <a:gd name="adj" fmla="val 4000"/>
            </a:avLst>
          </a:prstGeom>
          <a:solidFill>
            <a:srgbClr val="ECEEF0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endParaRPr sz="760" b="0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D4236-9EA6-AED7-DCEE-8C35CB1F6737}"/>
              </a:ext>
            </a:extLst>
          </p:cNvPr>
          <p:cNvSpPr txBox="1"/>
          <p:nvPr/>
        </p:nvSpPr>
        <p:spPr>
          <a:xfrm>
            <a:off x="329184" y="809609"/>
            <a:ext cx="2743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DECISION REGISTER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A3AFE39-6380-7F87-00DF-0784ADD2F1A5}"/>
              </a:ext>
            </a:extLst>
          </p:cNvPr>
          <p:cNvCxnSpPr>
            <a:cxnSpLocks/>
          </p:cNvCxnSpPr>
          <p:nvPr/>
        </p:nvCxnSpPr>
        <p:spPr>
          <a:xfrm>
            <a:off x="329184" y="1058840"/>
            <a:ext cx="2743200" cy="8251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3BC7E74-7736-4845-DB8A-8AAA64412ADA}"/>
              </a:ext>
            </a:extLst>
          </p:cNvPr>
          <p:cNvSpPr txBox="1"/>
          <p:nvPr/>
        </p:nvSpPr>
        <p:spPr>
          <a:xfrm>
            <a:off x="325522" y="1162265"/>
            <a:ext cx="113480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900" b="0" i="0" dirty="0">
                <a:solidFill>
                  <a:srgbClr val="1C1B18"/>
                </a:solidFill>
                <a:latin typeface="IBM Plex Mono"/>
              </a:rPr>
              <a:t>1.</a:t>
            </a:r>
            <a:r>
              <a:rPr lang="zh-CN" altLang="en-US" sz="900" dirty="0">
                <a:solidFill>
                  <a:srgbClr val="1C1B18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1C1B18"/>
                </a:solidFill>
                <a:latin typeface="IBM Plex Mono"/>
              </a:rPr>
              <a:t>data_currency_accepted</a:t>
            </a:r>
            <a:endParaRPr sz="900" b="0" i="0" dirty="0">
              <a:solidFill>
                <a:srgbClr val="1C1B18"/>
              </a:solidFill>
              <a:latin typeface="IBM Plex Mon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C5E915-6881-BEFE-B601-3F9AAFC5F126}"/>
              </a:ext>
            </a:extLst>
          </p:cNvPr>
          <p:cNvSpPr txBox="1"/>
          <p:nvPr/>
        </p:nvSpPr>
        <p:spPr>
          <a:xfrm>
            <a:off x="1756877" y="1159424"/>
            <a:ext cx="140546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900" b="0" i="0" dirty="0">
                <a:solidFill>
                  <a:srgbClr val="1C1B18"/>
                </a:solidFill>
                <a:latin typeface="IBM Plex Mono"/>
              </a:rPr>
              <a:t>2.</a:t>
            </a:r>
            <a:r>
              <a:rPr lang="zh-CN" altLang="en-US" sz="900" b="0" i="0" dirty="0">
                <a:solidFill>
                  <a:srgbClr val="1C1B18"/>
                </a:solidFill>
                <a:latin typeface="IBM Plex Mono"/>
              </a:rPr>
              <a:t> </a:t>
            </a:r>
            <a:r>
              <a:rPr sz="900" b="0" i="0" dirty="0" err="1">
                <a:solidFill>
                  <a:srgbClr val="1C1B18"/>
                </a:solidFill>
                <a:latin typeface="IBM Plex Mono"/>
              </a:rPr>
              <a:t>service_radius_m</a:t>
            </a:r>
            <a:r>
              <a:rPr sz="900" b="0" i="0" dirty="0">
                <a:solidFill>
                  <a:srgbClr val="1C1B18"/>
                </a:solidFill>
                <a:latin typeface="IBM Plex Mono"/>
              </a:rPr>
              <a:t> </a:t>
            </a:r>
            <a:endParaRPr lang="en-US" sz="900" b="0" i="0" dirty="0">
              <a:solidFill>
                <a:srgbClr val="1C1B18"/>
              </a:solidFill>
              <a:latin typeface="IBM Plex Mono"/>
            </a:endParaRPr>
          </a:p>
          <a:p>
            <a:r>
              <a:rPr lang="en-US" altLang="zh-CN" sz="900" dirty="0">
                <a:solidFill>
                  <a:srgbClr val="1C1B18"/>
                </a:solidFill>
                <a:latin typeface="IBM Plex Mono"/>
              </a:rPr>
              <a:t>3.</a:t>
            </a:r>
            <a:r>
              <a:rPr lang="zh-CN" altLang="en-US" sz="900" dirty="0">
                <a:solidFill>
                  <a:srgbClr val="1C1B18"/>
                </a:solidFill>
                <a:latin typeface="IBM Plex Mono"/>
              </a:rPr>
              <a:t> </a:t>
            </a:r>
            <a:r>
              <a:rPr sz="900" b="0" i="0" dirty="0">
                <a:solidFill>
                  <a:srgbClr val="1C1B18"/>
                </a:solidFill>
                <a:latin typeface="IBM Plex Mono"/>
              </a:rPr>
              <a:t>objective</a:t>
            </a:r>
            <a:r>
              <a:rPr lang="en-CN" sz="900" b="0" i="0" dirty="0">
                <a:solidFill>
                  <a:srgbClr val="1C1B18"/>
                </a:solidFill>
                <a:latin typeface="IBM Plex Mono"/>
              </a:rPr>
              <a:t> </a:t>
            </a:r>
          </a:p>
          <a:p>
            <a:r>
              <a:rPr lang="en-US" altLang="zh-CN" sz="900" b="0" i="0" dirty="0">
                <a:solidFill>
                  <a:srgbClr val="1C1B18"/>
                </a:solidFill>
                <a:latin typeface="IBM Plex Mono"/>
              </a:rPr>
              <a:t>4.</a:t>
            </a:r>
            <a:r>
              <a:rPr lang="zh-CN" altLang="en-US" sz="900" b="0" i="0" dirty="0">
                <a:solidFill>
                  <a:srgbClr val="1C1B18"/>
                </a:solidFill>
                <a:latin typeface="IBM Plex Mono"/>
              </a:rPr>
              <a:t> </a:t>
            </a:r>
            <a:r>
              <a:rPr lang="en-US" sz="900" b="0" i="0" dirty="0">
                <a:solidFill>
                  <a:srgbClr val="1C1B18"/>
                </a:solidFill>
                <a:latin typeface="IBM Plex Mono"/>
              </a:rPr>
              <a:t>budget</a:t>
            </a:r>
          </a:p>
          <a:p>
            <a:pPr algn="l"/>
            <a:endParaRPr sz="900" b="0" i="0" dirty="0">
              <a:solidFill>
                <a:srgbClr val="1C1B18"/>
              </a:solidFill>
              <a:latin typeface="IBM Plex Mono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9B1CEBA4-14FF-8E34-9924-F3C32EF0B80E}"/>
              </a:ext>
            </a:extLst>
          </p:cNvPr>
          <p:cNvCxnSpPr>
            <a:cxnSpLocks/>
          </p:cNvCxnSpPr>
          <p:nvPr/>
        </p:nvCxnSpPr>
        <p:spPr>
          <a:xfrm flipV="1">
            <a:off x="852389" y="1680632"/>
            <a:ext cx="0" cy="515953"/>
          </a:xfrm>
          <a:prstGeom prst="line">
            <a:avLst/>
          </a:prstGeom>
          <a:ln w="1905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9B196341-0867-08C9-DF16-15173AE28589}"/>
              </a:ext>
            </a:extLst>
          </p:cNvPr>
          <p:cNvCxnSpPr>
            <a:cxnSpLocks/>
          </p:cNvCxnSpPr>
          <p:nvPr/>
        </p:nvCxnSpPr>
        <p:spPr>
          <a:xfrm flipV="1">
            <a:off x="2710691" y="1627243"/>
            <a:ext cx="0" cy="592885"/>
          </a:xfrm>
          <a:prstGeom prst="line">
            <a:avLst/>
          </a:prstGeom>
          <a:ln w="1905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14B3CEC-C43A-CE99-FADE-48AA7C0EE661}"/>
              </a:ext>
            </a:extLst>
          </p:cNvPr>
          <p:cNvSpPr/>
          <p:nvPr/>
        </p:nvSpPr>
        <p:spPr>
          <a:xfrm>
            <a:off x="3432466" y="985688"/>
            <a:ext cx="936008" cy="59207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4A2337-E763-3D90-7F8E-BDABEE58155C}"/>
              </a:ext>
            </a:extLst>
          </p:cNvPr>
          <p:cNvSpPr txBox="1"/>
          <p:nvPr/>
        </p:nvSpPr>
        <p:spPr>
          <a:xfrm>
            <a:off x="3641104" y="1067091"/>
            <a:ext cx="61790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A85B12"/>
                </a:solidFill>
                <a:latin typeface="IBM Plex Mono"/>
              </a:rPr>
              <a:t>GATE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CDCD61-31CC-C8FB-7302-41A0E4994486}"/>
              </a:ext>
            </a:extLst>
          </p:cNvPr>
          <p:cNvSpPr txBox="1"/>
          <p:nvPr/>
        </p:nvSpPr>
        <p:spPr>
          <a:xfrm>
            <a:off x="3533050" y="1248717"/>
            <a:ext cx="8354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 dirty="0">
                <a:solidFill>
                  <a:srgbClr val="A85B12"/>
                </a:solidFill>
                <a:latin typeface="IBM Plex Sans"/>
              </a:rPr>
              <a:t>refuses if incomplete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3B341180-A1C4-F7E1-9B0D-B5AB1B0F6EFE}"/>
              </a:ext>
            </a:extLst>
          </p:cNvPr>
          <p:cNvCxnSpPr>
            <a:cxnSpLocks/>
          </p:cNvCxnSpPr>
          <p:nvPr/>
        </p:nvCxnSpPr>
        <p:spPr>
          <a:xfrm>
            <a:off x="3165523" y="1210662"/>
            <a:ext cx="290908" cy="0"/>
          </a:xfrm>
          <a:prstGeom prst="line">
            <a:avLst/>
          </a:prstGeom>
          <a:ln w="1778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DC683D2E-17DF-84A5-DCA1-276AC19A1622}"/>
              </a:ext>
            </a:extLst>
          </p:cNvPr>
          <p:cNvCxnSpPr>
            <a:cxnSpLocks/>
          </p:cNvCxnSpPr>
          <p:nvPr/>
        </p:nvCxnSpPr>
        <p:spPr>
          <a:xfrm>
            <a:off x="4369631" y="1247787"/>
            <a:ext cx="202937" cy="930"/>
          </a:xfrm>
          <a:prstGeom prst="line">
            <a:avLst/>
          </a:prstGeom>
          <a:ln w="2032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A7F13C6-C127-A436-FA56-F50970FA0CEB}"/>
              </a:ext>
            </a:extLst>
          </p:cNvPr>
          <p:cNvSpPr/>
          <p:nvPr/>
        </p:nvSpPr>
        <p:spPr>
          <a:xfrm>
            <a:off x="182880" y="2174408"/>
            <a:ext cx="1335023" cy="189514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STAGE 1</a:t>
            </a:r>
          </a:p>
          <a:p>
            <a:pPr algn="l"/>
            <a:r>
              <a:rPr sz="1100" b="0" i="0" dirty="0">
                <a:solidFill>
                  <a:srgbClr val="1C1B18"/>
                </a:solidFill>
                <a:latin typeface="IBM Plex Sans"/>
              </a:rPr>
              <a:t>assess the data</a:t>
            </a:r>
          </a:p>
          <a:p>
            <a:pPr algn="l"/>
            <a:endParaRPr sz="900" b="0" i="0" dirty="0">
              <a:solidFill>
                <a:srgbClr val="1C1B18"/>
              </a:solidFill>
              <a:latin typeface="IBM Plex Sans"/>
            </a:endParaRP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8F4C15D3-71AB-2D0E-59CC-5CDA55BF3D63}"/>
              </a:ext>
            </a:extLst>
          </p:cNvPr>
          <p:cNvCxnSpPr>
            <a:cxnSpLocks/>
          </p:cNvCxnSpPr>
          <p:nvPr/>
        </p:nvCxnSpPr>
        <p:spPr>
          <a:xfrm>
            <a:off x="329184" y="2704760"/>
            <a:ext cx="1042416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286CD05-6AAD-6187-F65C-4E92A285F02C}"/>
              </a:ext>
            </a:extLst>
          </p:cNvPr>
          <p:cNvSpPr/>
          <p:nvPr/>
        </p:nvSpPr>
        <p:spPr>
          <a:xfrm>
            <a:off x="1850812" y="2174408"/>
            <a:ext cx="1770209" cy="1895145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STAGE 2</a:t>
            </a:r>
          </a:p>
          <a:p>
            <a:pPr algn="l"/>
            <a:r>
              <a:rPr sz="1100" b="0" i="0" dirty="0">
                <a:solidFill>
                  <a:srgbClr val="1C1B18"/>
                </a:solidFill>
                <a:latin typeface="IBM Plex Sans"/>
              </a:rPr>
              <a:t>prepare the decisions</a:t>
            </a:r>
          </a:p>
          <a:p>
            <a:pPr algn="l"/>
            <a:endParaRPr sz="900" b="0" i="0" dirty="0">
              <a:solidFill>
                <a:srgbClr val="1C1B18"/>
              </a:solidFill>
              <a:latin typeface="IBM Plex Sans"/>
            </a:endParaRPr>
          </a:p>
          <a:p>
            <a:pPr algn="l"/>
            <a:endParaRPr sz="760" b="0" i="0" dirty="0">
              <a:solidFill>
                <a:srgbClr val="6E6B62"/>
              </a:solidFill>
              <a:latin typeface="IBM Plex Sans"/>
            </a:endParaRP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E5A30D61-ADA1-08F6-BD10-DDDB3BC191AF}"/>
              </a:ext>
            </a:extLst>
          </p:cNvPr>
          <p:cNvCxnSpPr>
            <a:cxnSpLocks/>
          </p:cNvCxnSpPr>
          <p:nvPr/>
        </p:nvCxnSpPr>
        <p:spPr>
          <a:xfrm flipV="1">
            <a:off x="2008971" y="2704760"/>
            <a:ext cx="1465749" cy="2032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4DF0749-239D-11B0-EAB2-19AAE6AF690E}"/>
              </a:ext>
            </a:extLst>
          </p:cNvPr>
          <p:cNvSpPr/>
          <p:nvPr/>
        </p:nvSpPr>
        <p:spPr>
          <a:xfrm>
            <a:off x="4595601" y="887888"/>
            <a:ext cx="3396255" cy="2718867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STAGE 3</a:t>
            </a:r>
          </a:p>
          <a:p>
            <a:pPr algn="l"/>
            <a:r>
              <a:rPr sz="1100" b="0" i="0" dirty="0">
                <a:solidFill>
                  <a:srgbClr val="1C1B18"/>
                </a:solidFill>
                <a:latin typeface="IBM Plex Sans"/>
              </a:rPr>
              <a:t>run the analysis</a:t>
            </a:r>
          </a:p>
        </p:txBody>
      </p: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72BFECD9-E848-23AB-EC08-21F666186538}"/>
              </a:ext>
            </a:extLst>
          </p:cNvPr>
          <p:cNvCxnSpPr>
            <a:cxnSpLocks/>
          </p:cNvCxnSpPr>
          <p:nvPr/>
        </p:nvCxnSpPr>
        <p:spPr>
          <a:xfrm>
            <a:off x="4754880" y="1436423"/>
            <a:ext cx="299923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2AA9855-EC8B-4F82-BD5A-9E76B11DBAA5}"/>
              </a:ext>
            </a:extLst>
          </p:cNvPr>
          <p:cNvSpPr/>
          <p:nvPr/>
        </p:nvSpPr>
        <p:spPr>
          <a:xfrm>
            <a:off x="4754880" y="1627243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72BE2F-94C2-CCBD-0B23-C67AB72FCAA4}"/>
              </a:ext>
            </a:extLst>
          </p:cNvPr>
          <p:cNvSpPr txBox="1"/>
          <p:nvPr/>
        </p:nvSpPr>
        <p:spPr>
          <a:xfrm>
            <a:off x="4754880" y="1772616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L1</a:t>
            </a:r>
          </a:p>
          <a:p>
            <a:pPr algn="ctr"/>
            <a:r>
              <a:rPr sz="900" b="1" i="0" dirty="0">
                <a:solidFill>
                  <a:srgbClr val="46586A"/>
                </a:solidFill>
                <a:latin typeface="IBM Plex Sans"/>
              </a:rPr>
              <a:t>retrieve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B94E1E63-90D6-43EE-5FA8-AE35A0C5C71B}"/>
              </a:ext>
            </a:extLst>
          </p:cNvPr>
          <p:cNvSpPr/>
          <p:nvPr/>
        </p:nvSpPr>
        <p:spPr>
          <a:xfrm>
            <a:off x="8393881" y="2159846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STAGE 3b</a:t>
            </a:r>
          </a:p>
          <a:p>
            <a:pPr algn="l"/>
            <a:r>
              <a:rPr sz="1100" b="0" i="0" dirty="0">
                <a:solidFill>
                  <a:srgbClr val="1C1B18"/>
                </a:solidFill>
                <a:latin typeface="IBM Plex Sans"/>
              </a:rPr>
              <a:t>figures reviewed</a:t>
            </a:r>
          </a:p>
          <a:p>
            <a:pPr algn="l"/>
            <a:endParaRPr sz="900" b="0" i="0" dirty="0">
              <a:solidFill>
                <a:srgbClr val="1C1B18"/>
              </a:solidFill>
              <a:latin typeface="IBM Plex Sans"/>
            </a:endParaRP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F43BDDBD-4A8A-EB88-26F2-A2B870F1AF28}"/>
              </a:ext>
            </a:extLst>
          </p:cNvPr>
          <p:cNvCxnSpPr/>
          <p:nvPr/>
        </p:nvCxnSpPr>
        <p:spPr>
          <a:xfrm>
            <a:off x="8530406" y="2696970"/>
            <a:ext cx="171907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FF0197EB-FA4C-A880-5A84-EFD4052F02D9}"/>
              </a:ext>
            </a:extLst>
          </p:cNvPr>
          <p:cNvSpPr/>
          <p:nvPr/>
        </p:nvSpPr>
        <p:spPr>
          <a:xfrm>
            <a:off x="11338560" y="2174408"/>
            <a:ext cx="2103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r>
              <a:rPr sz="1100" b="1" i="0" dirty="0">
                <a:solidFill>
                  <a:srgbClr val="1C1B18"/>
                </a:solidFill>
                <a:latin typeface="IBM Plex Mono"/>
              </a:rPr>
              <a:t>STAGE 4</a:t>
            </a:r>
          </a:p>
          <a:p>
            <a:pPr algn="l"/>
            <a:r>
              <a:rPr sz="1100" b="0" i="0" dirty="0">
                <a:solidFill>
                  <a:srgbClr val="1C1B18"/>
                </a:solidFill>
                <a:latin typeface="IBM Plex Sans"/>
              </a:rPr>
              <a:t>officer reviews the plan</a:t>
            </a:r>
          </a:p>
          <a:p>
            <a:pPr algn="l"/>
            <a:endParaRPr sz="900" b="0" i="0" dirty="0">
              <a:solidFill>
                <a:srgbClr val="1C1B18"/>
              </a:solidFill>
              <a:latin typeface="IBM Plex Sans"/>
            </a:endParaRP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1DC8B62F-E593-17A9-DBC3-B7CE12F5D499}"/>
              </a:ext>
            </a:extLst>
          </p:cNvPr>
          <p:cNvCxnSpPr/>
          <p:nvPr/>
        </p:nvCxnSpPr>
        <p:spPr>
          <a:xfrm>
            <a:off x="11484864" y="2704760"/>
            <a:ext cx="181051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2C568E53-6DB1-CB64-6370-A898F3DCD49A}"/>
              </a:ext>
            </a:extLst>
          </p:cNvPr>
          <p:cNvCxnSpPr/>
          <p:nvPr/>
        </p:nvCxnSpPr>
        <p:spPr>
          <a:xfrm>
            <a:off x="1460330" y="3027848"/>
            <a:ext cx="27432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>
            <a:extLst>
              <a:ext uri="{FF2B5EF4-FFF2-40B4-BE49-F238E27FC236}">
                <a16:creationId xmlns:a16="http://schemas.microsoft.com/office/drawing/2014/main" id="{CAF21180-CD90-225A-099A-56937723DACB}"/>
              </a:ext>
            </a:extLst>
          </p:cNvPr>
          <p:cNvCxnSpPr>
            <a:cxnSpLocks/>
          </p:cNvCxnSpPr>
          <p:nvPr/>
        </p:nvCxnSpPr>
        <p:spPr>
          <a:xfrm>
            <a:off x="3621021" y="3027848"/>
            <a:ext cx="951547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64D8AC8D-FFEB-52D3-203E-CF617F19CCC8}"/>
              </a:ext>
            </a:extLst>
          </p:cNvPr>
          <p:cNvCxnSpPr>
            <a:cxnSpLocks/>
          </p:cNvCxnSpPr>
          <p:nvPr/>
        </p:nvCxnSpPr>
        <p:spPr>
          <a:xfrm>
            <a:off x="10405561" y="3180248"/>
            <a:ext cx="932999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943F13EE-0190-A5CA-6ECA-5408EE648E7B}"/>
              </a:ext>
            </a:extLst>
          </p:cNvPr>
          <p:cNvCxnSpPr>
            <a:cxnSpLocks/>
          </p:cNvCxnSpPr>
          <p:nvPr/>
        </p:nvCxnSpPr>
        <p:spPr>
          <a:xfrm>
            <a:off x="9316370" y="1589736"/>
            <a:ext cx="10510" cy="57011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5C53DA7A-C2D0-317A-CB64-24FE4079A38E}"/>
              </a:ext>
            </a:extLst>
          </p:cNvPr>
          <p:cNvCxnSpPr>
            <a:cxnSpLocks/>
          </p:cNvCxnSpPr>
          <p:nvPr/>
        </p:nvCxnSpPr>
        <p:spPr>
          <a:xfrm flipH="1">
            <a:off x="7963375" y="1577762"/>
            <a:ext cx="1363505" cy="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>
            <a:extLst>
              <a:ext uri="{FF2B5EF4-FFF2-40B4-BE49-F238E27FC236}">
                <a16:creationId xmlns:a16="http://schemas.microsoft.com/office/drawing/2014/main" id="{1ADF2863-5FE7-D0C0-FDB8-DDDB10F8D234}"/>
              </a:ext>
            </a:extLst>
          </p:cNvPr>
          <p:cNvCxnSpPr>
            <a:cxnSpLocks/>
          </p:cNvCxnSpPr>
          <p:nvPr/>
        </p:nvCxnSpPr>
        <p:spPr>
          <a:xfrm>
            <a:off x="12264200" y="1296161"/>
            <a:ext cx="0" cy="863685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>
            <a:extLst>
              <a:ext uri="{FF2B5EF4-FFF2-40B4-BE49-F238E27FC236}">
                <a16:creationId xmlns:a16="http://schemas.microsoft.com/office/drawing/2014/main" id="{3ED91475-1A7D-4291-5B75-042CB8EB7003}"/>
              </a:ext>
            </a:extLst>
          </p:cNvPr>
          <p:cNvCxnSpPr>
            <a:cxnSpLocks/>
          </p:cNvCxnSpPr>
          <p:nvPr/>
        </p:nvCxnSpPr>
        <p:spPr>
          <a:xfrm flipH="1">
            <a:off x="7991856" y="1281725"/>
            <a:ext cx="4272344" cy="0"/>
          </a:xfrm>
          <a:prstGeom prst="line">
            <a:avLst/>
          </a:prstGeom>
          <a:ln w="16510">
            <a:solidFill>
              <a:srgbClr val="276B6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>
            <a:extLst>
              <a:ext uri="{FF2B5EF4-FFF2-40B4-BE49-F238E27FC236}">
                <a16:creationId xmlns:a16="http://schemas.microsoft.com/office/drawing/2014/main" id="{458793B1-6434-93F4-570C-F573D13504B1}"/>
              </a:ext>
            </a:extLst>
          </p:cNvPr>
          <p:cNvCxnSpPr/>
          <p:nvPr/>
        </p:nvCxnSpPr>
        <p:spPr>
          <a:xfrm>
            <a:off x="1188720" y="4341433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A6057720-3AD3-4779-60AA-9A682FEB2492}"/>
              </a:ext>
            </a:extLst>
          </p:cNvPr>
          <p:cNvCxnSpPr/>
          <p:nvPr/>
        </p:nvCxnSpPr>
        <p:spPr>
          <a:xfrm>
            <a:off x="3474720" y="4341433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97493CF5-2606-28C4-09D8-FCD6E589C8EB}"/>
              </a:ext>
            </a:extLst>
          </p:cNvPr>
          <p:cNvCxnSpPr/>
          <p:nvPr/>
        </p:nvCxnSpPr>
        <p:spPr>
          <a:xfrm>
            <a:off x="7315200" y="4341433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>
            <a:extLst>
              <a:ext uri="{FF2B5EF4-FFF2-40B4-BE49-F238E27FC236}">
                <a16:creationId xmlns:a16="http://schemas.microsoft.com/office/drawing/2014/main" id="{586DF760-A943-FEA1-DF74-564494ED8E1C}"/>
              </a:ext>
            </a:extLst>
          </p:cNvPr>
          <p:cNvCxnSpPr/>
          <p:nvPr/>
        </p:nvCxnSpPr>
        <p:spPr>
          <a:xfrm>
            <a:off x="12390120" y="4341433"/>
            <a:ext cx="0" cy="146304"/>
          </a:xfrm>
          <a:prstGeom prst="line">
            <a:avLst/>
          </a:prstGeom>
          <a:ln w="1651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>
            <a:extLst>
              <a:ext uri="{FF2B5EF4-FFF2-40B4-BE49-F238E27FC236}">
                <a16:creationId xmlns:a16="http://schemas.microsoft.com/office/drawing/2014/main" id="{59C7242A-3921-22ED-DF9A-79F14256154C}"/>
              </a:ext>
            </a:extLst>
          </p:cNvPr>
          <p:cNvCxnSpPr/>
          <p:nvPr/>
        </p:nvCxnSpPr>
        <p:spPr>
          <a:xfrm>
            <a:off x="182880" y="4487737"/>
            <a:ext cx="13258800" cy="0"/>
          </a:xfrm>
          <a:prstGeom prst="line">
            <a:avLst/>
          </a:prstGeom>
          <a:ln w="20320">
            <a:solidFill>
              <a:srgbClr val="A85B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88E0032-4716-7BFD-67A2-C3BDDB1FC67C}"/>
              </a:ext>
            </a:extLst>
          </p:cNvPr>
          <p:cNvSpPr txBox="1"/>
          <p:nvPr/>
        </p:nvSpPr>
        <p:spPr>
          <a:xfrm>
            <a:off x="182880" y="4560889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85B12"/>
                </a:solidFill>
                <a:latin typeface="IBM Plex Mono"/>
              </a:rPr>
              <a:t>HARNESS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50C5AD5-7CFA-F1F9-31ED-9CA6FB77DF2E}"/>
              </a:ext>
            </a:extLst>
          </p:cNvPr>
          <p:cNvSpPr/>
          <p:nvPr/>
        </p:nvSpPr>
        <p:spPr>
          <a:xfrm>
            <a:off x="1271016" y="4580041"/>
            <a:ext cx="859536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 dirty="0">
                <a:solidFill>
                  <a:srgbClr val="A85B12"/>
                </a:solidFill>
                <a:latin typeface="IBM Plex Sans"/>
              </a:rPr>
              <a:t>no default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6EC5D195-E3D1-A32F-4C69-F8EF6CCCB0FF}"/>
              </a:ext>
            </a:extLst>
          </p:cNvPr>
          <p:cNvSpPr/>
          <p:nvPr/>
        </p:nvSpPr>
        <p:spPr>
          <a:xfrm>
            <a:off x="2304288" y="4580944"/>
            <a:ext cx="1609344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checkpoints gate both modes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A4B96E98-E492-365B-8217-C3B531CD8C96}"/>
              </a:ext>
            </a:extLst>
          </p:cNvPr>
          <p:cNvSpPr/>
          <p:nvPr/>
        </p:nvSpPr>
        <p:spPr>
          <a:xfrm>
            <a:off x="5193792" y="4570033"/>
            <a:ext cx="1755648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overrides priced, not blocked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34B01C02-6345-177E-F9A7-4D11B1C478CD}"/>
              </a:ext>
            </a:extLst>
          </p:cNvPr>
          <p:cNvSpPr/>
          <p:nvPr/>
        </p:nvSpPr>
        <p:spPr>
          <a:xfrm>
            <a:off x="7077456" y="4570033"/>
            <a:ext cx="1371600" cy="219456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A85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2918" rIns="54864" bIns="32918" rtlCol="0" anchor="ctr"/>
          <a:lstStyle/>
          <a:p>
            <a:pPr algn="ctr"/>
            <a:r>
              <a:rPr sz="790" b="1" i="0">
                <a:solidFill>
                  <a:srgbClr val="A85B12"/>
                </a:solidFill>
                <a:latin typeface="IBM Plex Sans"/>
              </a:rPr>
              <a:t>every figure traceable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4AC1C8B5-32FB-D880-C745-1B4982D8E4FA}"/>
              </a:ext>
            </a:extLst>
          </p:cNvPr>
          <p:cNvSpPr/>
          <p:nvPr/>
        </p:nvSpPr>
        <p:spPr>
          <a:xfrm>
            <a:off x="284819" y="2910500"/>
            <a:ext cx="1057994" cy="576072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lang="en-CN" sz="1100" b="1" i="0" dirty="0">
                <a:solidFill>
                  <a:srgbClr val="276B67"/>
                </a:solidFill>
                <a:latin typeface="IBM Plex Mono"/>
              </a:rPr>
              <a:t>Sub Agent</a:t>
            </a:r>
          </a:p>
          <a:p>
            <a:pPr algn="l"/>
            <a:r>
              <a:rPr lang="en-US" sz="1100" b="1" i="0" dirty="0">
                <a:solidFill>
                  <a:srgbClr val="3B3B3B"/>
                </a:solidFill>
                <a:effectLst/>
                <a:latin typeface="-apple-system"/>
              </a:rPr>
              <a:t>data-scout</a:t>
            </a:r>
            <a:endParaRPr sz="1100" b="0" i="0" dirty="0">
              <a:solidFill>
                <a:srgbClr val="6E6B62"/>
              </a:solidFill>
              <a:latin typeface="IBM Plex Mono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264F9CDF-11A3-1759-6A43-EAB2DE23171C}"/>
              </a:ext>
            </a:extLst>
          </p:cNvPr>
          <p:cNvSpPr/>
          <p:nvPr/>
        </p:nvSpPr>
        <p:spPr>
          <a:xfrm>
            <a:off x="2031900" y="2934884"/>
            <a:ext cx="1424531" cy="576072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lang="en-CN" sz="1100" b="1" i="0" dirty="0">
                <a:solidFill>
                  <a:srgbClr val="276B67"/>
                </a:solidFill>
                <a:latin typeface="IBM Plex Mono"/>
              </a:rPr>
              <a:t>Sub Agent</a:t>
            </a:r>
          </a:p>
          <a:p>
            <a:pPr algn="l"/>
            <a:r>
              <a:rPr lang="en-US" sz="1100" b="1" i="0" dirty="0">
                <a:solidFill>
                  <a:srgbClr val="3B3B3B"/>
                </a:solidFill>
                <a:effectLst/>
                <a:latin typeface="-apple-system"/>
              </a:rPr>
              <a:t>spatial-analyst</a:t>
            </a:r>
            <a:endParaRPr sz="1100" b="0" i="0" dirty="0">
              <a:solidFill>
                <a:srgbClr val="6E6B62"/>
              </a:solidFill>
              <a:latin typeface="IBM Plex Mono"/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2C6DC502-A7DD-DAE6-EE20-90AE6DC9261C}"/>
              </a:ext>
            </a:extLst>
          </p:cNvPr>
          <p:cNvSpPr/>
          <p:nvPr/>
        </p:nvSpPr>
        <p:spPr>
          <a:xfrm>
            <a:off x="5560389" y="1627243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53B4BAD-2DAE-8A68-AB55-3E953B0D6F58}"/>
              </a:ext>
            </a:extLst>
          </p:cNvPr>
          <p:cNvSpPr txBox="1"/>
          <p:nvPr/>
        </p:nvSpPr>
        <p:spPr>
          <a:xfrm>
            <a:off x="5560389" y="1772616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L2</a:t>
            </a:r>
          </a:p>
          <a:p>
            <a:pPr algn="ctr"/>
            <a:r>
              <a:rPr lang="en-US" sz="900" b="1" dirty="0">
                <a:solidFill>
                  <a:srgbClr val="46586A"/>
                </a:solidFill>
                <a:latin typeface="IBM Plex Sans"/>
              </a:rPr>
              <a:t>Compile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F6CC17B5-CA74-356B-4A1F-4FB1FD82FF2C}"/>
              </a:ext>
            </a:extLst>
          </p:cNvPr>
          <p:cNvSpPr/>
          <p:nvPr/>
        </p:nvSpPr>
        <p:spPr>
          <a:xfrm>
            <a:off x="6364847" y="1627243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5AC27B8-C613-9D5B-8CAA-CD03D5FA49B3}"/>
              </a:ext>
            </a:extLst>
          </p:cNvPr>
          <p:cNvSpPr txBox="1"/>
          <p:nvPr/>
        </p:nvSpPr>
        <p:spPr>
          <a:xfrm>
            <a:off x="6364847" y="1772616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L3</a:t>
            </a:r>
          </a:p>
          <a:p>
            <a:pPr algn="ctr"/>
            <a:r>
              <a:rPr lang="en-US" sz="900" b="1" dirty="0">
                <a:solidFill>
                  <a:srgbClr val="46586A"/>
                </a:solidFill>
                <a:latin typeface="IBM Plex Sans"/>
              </a:rPr>
              <a:t>Solve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5CA6D7F1-A536-769B-0E4D-8083E76DE08F}"/>
              </a:ext>
            </a:extLst>
          </p:cNvPr>
          <p:cNvSpPr/>
          <p:nvPr/>
        </p:nvSpPr>
        <p:spPr>
          <a:xfrm>
            <a:off x="7171648" y="1635918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1C62664-2F10-22F8-2CE9-9B3E245CFA65}"/>
              </a:ext>
            </a:extLst>
          </p:cNvPr>
          <p:cNvSpPr txBox="1"/>
          <p:nvPr/>
        </p:nvSpPr>
        <p:spPr>
          <a:xfrm>
            <a:off x="7171648" y="1781291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L4</a:t>
            </a:r>
          </a:p>
          <a:p>
            <a:pPr algn="ctr"/>
            <a:r>
              <a:rPr lang="en-US" sz="900" b="1" dirty="0" err="1">
                <a:solidFill>
                  <a:srgbClr val="46586A"/>
                </a:solidFill>
                <a:latin typeface="IBM Plex Sans"/>
              </a:rPr>
              <a:t>Overide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97FA1FD2-0873-8DE0-E03E-34AAEFEDB071}"/>
              </a:ext>
            </a:extLst>
          </p:cNvPr>
          <p:cNvSpPr/>
          <p:nvPr/>
        </p:nvSpPr>
        <p:spPr>
          <a:xfrm>
            <a:off x="7174591" y="2430120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5BD9885-81A0-0722-E5BD-A72BD6D3D73D}"/>
              </a:ext>
            </a:extLst>
          </p:cNvPr>
          <p:cNvSpPr txBox="1"/>
          <p:nvPr/>
        </p:nvSpPr>
        <p:spPr>
          <a:xfrm>
            <a:off x="7174591" y="2575493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L5</a:t>
            </a:r>
          </a:p>
          <a:p>
            <a:pPr algn="ctr"/>
            <a:r>
              <a:rPr lang="en-US" sz="900" b="1" dirty="0">
                <a:solidFill>
                  <a:srgbClr val="46586A"/>
                </a:solidFill>
                <a:latin typeface="IBM Plex Sans"/>
              </a:rPr>
              <a:t>Evaluate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DEDB36B2-8C07-B749-BFD7-A98AF645C644}"/>
              </a:ext>
            </a:extLst>
          </p:cNvPr>
          <p:cNvSpPr/>
          <p:nvPr/>
        </p:nvSpPr>
        <p:spPr>
          <a:xfrm>
            <a:off x="6364847" y="2441069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A99CFF9-F839-FB46-3D95-DB7047FFCBCF}"/>
              </a:ext>
            </a:extLst>
          </p:cNvPr>
          <p:cNvSpPr txBox="1"/>
          <p:nvPr/>
        </p:nvSpPr>
        <p:spPr>
          <a:xfrm>
            <a:off x="6364847" y="2657701"/>
            <a:ext cx="5486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solidFill>
                  <a:srgbClr val="46586A"/>
                </a:solidFill>
                <a:latin typeface="IBM Plex Sans"/>
              </a:rPr>
              <a:t>Score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DEB24672-DE3A-773D-EDD1-7EFE27F9B545}"/>
              </a:ext>
            </a:extLst>
          </p:cNvPr>
          <p:cNvSpPr/>
          <p:nvPr/>
        </p:nvSpPr>
        <p:spPr>
          <a:xfrm>
            <a:off x="5559241" y="2441069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50B1BFA-72DB-F983-C7CD-50ED93B51A73}"/>
              </a:ext>
            </a:extLst>
          </p:cNvPr>
          <p:cNvSpPr txBox="1"/>
          <p:nvPr/>
        </p:nvSpPr>
        <p:spPr>
          <a:xfrm>
            <a:off x="5559241" y="2586442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L6</a:t>
            </a:r>
          </a:p>
          <a:p>
            <a:pPr algn="ctr"/>
            <a:r>
              <a:rPr lang="en-US" sz="900" b="1" dirty="0">
                <a:solidFill>
                  <a:srgbClr val="46586A"/>
                </a:solidFill>
                <a:latin typeface="IBM Plex Sans"/>
              </a:rPr>
              <a:t>Report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1EC80C2B-C1DE-6876-249A-05E4DC1978F3}"/>
              </a:ext>
            </a:extLst>
          </p:cNvPr>
          <p:cNvSpPr/>
          <p:nvPr/>
        </p:nvSpPr>
        <p:spPr>
          <a:xfrm>
            <a:off x="4749464" y="2461326"/>
            <a:ext cx="548640" cy="547155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651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557A87F-96EB-E48C-038D-F193E04011B7}"/>
              </a:ext>
            </a:extLst>
          </p:cNvPr>
          <p:cNvSpPr txBox="1"/>
          <p:nvPr/>
        </p:nvSpPr>
        <p:spPr>
          <a:xfrm>
            <a:off x="4749464" y="2606699"/>
            <a:ext cx="548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CN" sz="900" b="1" dirty="0">
                <a:solidFill>
                  <a:srgbClr val="46586A"/>
                </a:solidFill>
                <a:latin typeface="IBM Plex Sans"/>
              </a:rPr>
              <a:t>L7</a:t>
            </a:r>
          </a:p>
          <a:p>
            <a:pPr algn="ctr"/>
            <a:r>
              <a:rPr lang="en-US" sz="900" b="1" i="0" dirty="0">
                <a:solidFill>
                  <a:srgbClr val="3B3B3B"/>
                </a:solidFill>
                <a:effectLst/>
                <a:latin typeface="Menlo" panose="020B0609030804020204" pitchFamily="49" charset="0"/>
              </a:rPr>
              <a:t>manifest</a:t>
            </a:r>
            <a:endParaRPr sz="900" b="1" i="0" dirty="0">
              <a:solidFill>
                <a:srgbClr val="46586A"/>
              </a:solidFill>
              <a:latin typeface="IBM Plex Sans"/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4A3F7AE6-BD24-C519-6DA4-F5C4B826A1BB}"/>
              </a:ext>
            </a:extLst>
          </p:cNvPr>
          <p:cNvSpPr/>
          <p:nvPr/>
        </p:nvSpPr>
        <p:spPr>
          <a:xfrm>
            <a:off x="8542117" y="2858176"/>
            <a:ext cx="1424531" cy="576072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lang="en-CN" sz="1100" b="1" i="0" dirty="0">
                <a:solidFill>
                  <a:srgbClr val="276B67"/>
                </a:solidFill>
                <a:latin typeface="IBM Plex Mono"/>
              </a:rPr>
              <a:t>Sub Agent</a:t>
            </a:r>
          </a:p>
          <a:p>
            <a:pPr algn="l"/>
            <a:r>
              <a:rPr lang="en-US" sz="1100" b="1" dirty="0">
                <a:solidFill>
                  <a:srgbClr val="3B3B3B"/>
                </a:solidFill>
                <a:latin typeface="-apple-system"/>
              </a:rPr>
              <a:t>Map-reviewer</a:t>
            </a:r>
            <a:endParaRPr sz="1100" b="0" i="0" dirty="0">
              <a:solidFill>
                <a:srgbClr val="6E6B62"/>
              </a:solidFill>
              <a:latin typeface="IBM Plex Mono"/>
            </a:endParaRP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4D2241AD-FDFE-D1F7-8E5C-938BAC8457B5}"/>
              </a:ext>
            </a:extLst>
          </p:cNvPr>
          <p:cNvSpPr/>
          <p:nvPr/>
        </p:nvSpPr>
        <p:spPr>
          <a:xfrm>
            <a:off x="11551935" y="2863905"/>
            <a:ext cx="1424531" cy="576072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r>
              <a:rPr lang="en-CN" sz="1100" b="1" i="0" dirty="0">
                <a:solidFill>
                  <a:srgbClr val="276B67"/>
                </a:solidFill>
                <a:latin typeface="IBM Plex Mono"/>
              </a:rPr>
              <a:t>Sub Agent</a:t>
            </a:r>
          </a:p>
          <a:p>
            <a:pPr algn="l"/>
            <a:r>
              <a:rPr lang="en-US" sz="1100" b="1" dirty="0">
                <a:solidFill>
                  <a:srgbClr val="3B3B3B"/>
                </a:solidFill>
                <a:latin typeface="-apple-system"/>
              </a:rPr>
              <a:t>Plan-reviewer</a:t>
            </a:r>
            <a:endParaRPr sz="1100" b="0" i="0" dirty="0">
              <a:solidFill>
                <a:srgbClr val="6E6B62"/>
              </a:solidFill>
              <a:latin typeface="IBM Plex Mono"/>
            </a:endParaRPr>
          </a:p>
        </p:txBody>
      </p:sp>
      <p:cxnSp>
        <p:nvCxnSpPr>
          <p:cNvPr id="133" name="Connector 68">
            <a:extLst>
              <a:ext uri="{FF2B5EF4-FFF2-40B4-BE49-F238E27FC236}">
                <a16:creationId xmlns:a16="http://schemas.microsoft.com/office/drawing/2014/main" id="{B642A6DA-DAD8-2D05-ACB5-12E5B686FAC1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7991856" y="3165686"/>
            <a:ext cx="402025" cy="5956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B1A450C6-843B-174F-64D0-A52A47BEB5CF}"/>
              </a:ext>
            </a:extLst>
          </p:cNvPr>
          <p:cNvCxnSpPr>
            <a:cxnSpLocks/>
          </p:cNvCxnSpPr>
          <p:nvPr/>
        </p:nvCxnSpPr>
        <p:spPr>
          <a:xfrm>
            <a:off x="5833561" y="2988224"/>
            <a:ext cx="0" cy="774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AB8F378-438F-C058-F0A1-F3AFF471030C}"/>
              </a:ext>
            </a:extLst>
          </p:cNvPr>
          <p:cNvCxnSpPr>
            <a:cxnSpLocks/>
          </p:cNvCxnSpPr>
          <p:nvPr/>
        </p:nvCxnSpPr>
        <p:spPr>
          <a:xfrm>
            <a:off x="5023784" y="3051233"/>
            <a:ext cx="0" cy="637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7668E93-63BD-6E1E-B7C4-36B395E3AF40}"/>
              </a:ext>
            </a:extLst>
          </p:cNvPr>
          <p:cNvCxnSpPr>
            <a:cxnSpLocks/>
            <a:stCxn id="141" idx="3"/>
          </p:cNvCxnSpPr>
          <p:nvPr/>
        </p:nvCxnSpPr>
        <p:spPr>
          <a:xfrm>
            <a:off x="-191022" y="2857083"/>
            <a:ext cx="358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036CB08-4C9F-5261-00B5-DAC05C54EE4E}"/>
              </a:ext>
            </a:extLst>
          </p:cNvPr>
          <p:cNvSpPr txBox="1"/>
          <p:nvPr/>
        </p:nvSpPr>
        <p:spPr>
          <a:xfrm>
            <a:off x="-1094910" y="2533917"/>
            <a:ext cx="903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Input: Location &amp; Domain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A7AA901-3526-52E4-CB31-E57B8832860A}"/>
              </a:ext>
            </a:extLst>
          </p:cNvPr>
          <p:cNvSpPr txBox="1"/>
          <p:nvPr/>
        </p:nvSpPr>
        <p:spPr>
          <a:xfrm>
            <a:off x="4804074" y="3744423"/>
            <a:ext cx="1560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021077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4392F7-BB54-D610-84CC-29D9BCA13334}"/>
              </a:ext>
            </a:extLst>
          </p:cNvPr>
          <p:cNvSpPr/>
          <p:nvPr/>
        </p:nvSpPr>
        <p:spPr>
          <a:xfrm>
            <a:off x="-2275613" y="-389779"/>
            <a:ext cx="13140245" cy="5468327"/>
          </a:xfrm>
          <a:prstGeom prst="rect">
            <a:avLst/>
          </a:prstGeom>
          <a:solidFill>
            <a:srgbClr val="F5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IBM Plex Mono" panose="020B0509050203000203" pitchFamily="49" charset="77"/>
            </a:endParaRPr>
          </a:p>
        </p:txBody>
      </p:sp>
      <p:sp>
        <p:nvSpPr>
          <p:cNvPr id="261" name="Rounded Rectangle 260">
            <a:extLst>
              <a:ext uri="{FF2B5EF4-FFF2-40B4-BE49-F238E27FC236}">
                <a16:creationId xmlns:a16="http://schemas.microsoft.com/office/drawing/2014/main" id="{036DFE08-E1B9-C536-3247-53772215E590}"/>
              </a:ext>
            </a:extLst>
          </p:cNvPr>
          <p:cNvSpPr/>
          <p:nvPr/>
        </p:nvSpPr>
        <p:spPr>
          <a:xfrm>
            <a:off x="8938930" y="64412"/>
            <a:ext cx="1650527" cy="4737225"/>
          </a:xfrm>
          <a:prstGeom prst="roundRect">
            <a:avLst>
              <a:gd name="adj" fmla="val 4000"/>
            </a:avLst>
          </a:prstGeom>
          <a:solidFill>
            <a:srgbClr val="ECEEF0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endParaRPr sz="760" b="0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77534F8-443A-F8D5-2B03-AFC4697813D5}"/>
              </a:ext>
            </a:extLst>
          </p:cNvPr>
          <p:cNvSpPr/>
          <p:nvPr/>
        </p:nvSpPr>
        <p:spPr>
          <a:xfrm>
            <a:off x="-188060" y="2985447"/>
            <a:ext cx="3282841" cy="1163516"/>
          </a:xfrm>
          <a:prstGeom prst="roundRect">
            <a:avLst>
              <a:gd name="adj" fmla="val 4000"/>
            </a:avLst>
          </a:prstGeom>
          <a:solidFill>
            <a:srgbClr val="ECEEF0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endParaRPr sz="760" b="0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D4236-9EA6-AED7-DCEE-8C35CB1F6737}"/>
              </a:ext>
            </a:extLst>
          </p:cNvPr>
          <p:cNvSpPr txBox="1"/>
          <p:nvPr/>
        </p:nvSpPr>
        <p:spPr>
          <a:xfrm>
            <a:off x="-198570" y="3078770"/>
            <a:ext cx="328284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1C1B18"/>
                </a:solidFill>
                <a:latin typeface="IBM Plex Mono" panose="020B0509050203000203" pitchFamily="49" charset="77"/>
              </a:rPr>
              <a:t>DECISION REGISTER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A3AFE39-6380-7F87-00DF-0784ADD2F1A5}"/>
              </a:ext>
            </a:extLst>
          </p:cNvPr>
          <p:cNvCxnSpPr>
            <a:cxnSpLocks/>
          </p:cNvCxnSpPr>
          <p:nvPr/>
        </p:nvCxnSpPr>
        <p:spPr>
          <a:xfrm flipV="1">
            <a:off x="-55259" y="3277191"/>
            <a:ext cx="3015768" cy="658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3BC7E74-7736-4845-DB8A-8AAA64412ADA}"/>
              </a:ext>
            </a:extLst>
          </p:cNvPr>
          <p:cNvSpPr txBox="1"/>
          <p:nvPr/>
        </p:nvSpPr>
        <p:spPr>
          <a:xfrm>
            <a:off x="87073" y="3270470"/>
            <a:ext cx="1503992" cy="808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data_currency_accepted</a:t>
            </a:r>
            <a:endParaRPr lang="en-US" sz="900" b="0" i="0" dirty="0">
              <a:solidFill>
                <a:srgbClr val="1C1B18"/>
              </a:solidFill>
              <a:latin typeface="IBM Plex Mono" panose="020B0509050203000203" pitchFamily="49" charset="77"/>
            </a:endParaRPr>
          </a:p>
          <a:p>
            <a:pPr>
              <a:lnSpc>
                <a:spcPct val="150000"/>
              </a:lnSpc>
            </a:pPr>
            <a:r>
              <a:rPr lang="en-US" sz="900" b="0" i="0" dirty="0">
                <a:solidFill>
                  <a:srgbClr val="1C1B18"/>
                </a:solidFill>
                <a:latin typeface="IBM Plex Mono" panose="020B0509050203000203" pitchFamily="49" charset="77"/>
              </a:rPr>
              <a:t>Object</a:t>
            </a:r>
          </a:p>
          <a:p>
            <a:pPr>
              <a:lnSpc>
                <a:spcPct val="150000"/>
              </a:lnSpc>
            </a:pPr>
            <a:r>
              <a:rPr lang="en-US" sz="900" b="0" i="0" dirty="0">
                <a:solidFill>
                  <a:srgbClr val="1C1B18"/>
                </a:solidFill>
                <a:latin typeface="IBM Plex Mono" panose="020B0509050203000203" pitchFamily="49" charset="77"/>
              </a:rPr>
              <a:t>Budget</a:t>
            </a:r>
          </a:p>
          <a:p>
            <a:pPr>
              <a:lnSpc>
                <a:spcPct val="150000"/>
              </a:lnSpc>
            </a:pPr>
            <a:r>
              <a:rPr lang="en-US" sz="900" b="0" i="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coverage_basis</a:t>
            </a:r>
            <a:endParaRPr lang="en-US" sz="900" b="0" i="0" dirty="0">
              <a:solidFill>
                <a:srgbClr val="1C1B18"/>
              </a:solidFill>
              <a:latin typeface="IBM Plex Mono" panose="020B0509050203000203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C5E915-6881-BEFE-B601-3F9AAFC5F126}"/>
              </a:ext>
            </a:extLst>
          </p:cNvPr>
          <p:cNvSpPr txBox="1"/>
          <p:nvPr/>
        </p:nvSpPr>
        <p:spPr>
          <a:xfrm>
            <a:off x="1826154" y="3277191"/>
            <a:ext cx="1270179" cy="8083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900" b="0" i="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service_radius_m</a:t>
            </a:r>
            <a:r>
              <a:rPr sz="900" b="0" i="0" dirty="0">
                <a:solidFill>
                  <a:srgbClr val="1C1B18"/>
                </a:solidFill>
                <a:latin typeface="IBM Plex Mono" panose="020B0509050203000203" pitchFamily="49" charset="77"/>
              </a:rPr>
              <a:t> </a:t>
            </a:r>
            <a:endParaRPr lang="en-US" sz="900" b="0" i="0" dirty="0">
              <a:solidFill>
                <a:srgbClr val="1C1B18"/>
              </a:solidFill>
              <a:latin typeface="IBM Plex Mono" panose="020B0509050203000203" pitchFamily="49" charset="77"/>
            </a:endParaRPr>
          </a:p>
          <a:p>
            <a:pPr>
              <a:lnSpc>
                <a:spcPct val="150000"/>
              </a:lnSpc>
            </a:pPr>
            <a:r>
              <a:rPr lang="en-US" sz="90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c</a:t>
            </a:r>
            <a:r>
              <a:rPr lang="en-US" sz="900" b="0" i="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overage_tolerence</a:t>
            </a:r>
            <a:r>
              <a:rPr lang="en-CN" sz="900" b="0" i="0" dirty="0">
                <a:solidFill>
                  <a:srgbClr val="1C1B18"/>
                </a:solidFill>
                <a:latin typeface="IBM Plex Mono" panose="020B0509050203000203" pitchFamily="49" charset="7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90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r</a:t>
            </a:r>
            <a:r>
              <a:rPr lang="en-US" sz="900" b="0" i="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eview_floor</a:t>
            </a:r>
            <a:endParaRPr lang="en-US" sz="900" b="0" i="0" dirty="0">
              <a:solidFill>
                <a:srgbClr val="1C1B18"/>
              </a:solidFill>
              <a:latin typeface="IBM Plex Mono" panose="020B0509050203000203" pitchFamily="49" charset="77"/>
            </a:endParaRPr>
          </a:p>
          <a:p>
            <a:pPr>
              <a:lnSpc>
                <a:spcPct val="150000"/>
              </a:lnSpc>
            </a:pPr>
            <a:r>
              <a:rPr lang="en-US" sz="90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equity_accpted</a:t>
            </a:r>
            <a:endParaRPr lang="en-US" sz="900" b="0" i="0" dirty="0">
              <a:solidFill>
                <a:srgbClr val="1C1B18"/>
              </a:solidFill>
              <a:latin typeface="IBM Plex Mono" panose="020B0509050203000203" pitchFamily="49" charset="77"/>
            </a:endParaRP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600A4D5-601D-77B0-9FA4-40D4E8DF506F}"/>
              </a:ext>
            </a:extLst>
          </p:cNvPr>
          <p:cNvGrpSpPr/>
          <p:nvPr/>
        </p:nvGrpSpPr>
        <p:grpSpPr>
          <a:xfrm>
            <a:off x="3314064" y="3181990"/>
            <a:ext cx="1181296" cy="742043"/>
            <a:chOff x="2440745" y="-350084"/>
            <a:chExt cx="1181296" cy="742043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14B3CEC-C43A-CE99-FADE-48AA7C0EE661}"/>
                </a:ext>
              </a:extLst>
            </p:cNvPr>
            <p:cNvSpPr/>
            <p:nvPr/>
          </p:nvSpPr>
          <p:spPr>
            <a:xfrm>
              <a:off x="2440745" y="-350084"/>
              <a:ext cx="1181296" cy="742043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032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IBM Plex Mono" panose="020B0509050203000203" pitchFamily="49" charset="7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E4A2337-E763-3D90-7F8E-BDABEE58155C}"/>
                </a:ext>
              </a:extLst>
            </p:cNvPr>
            <p:cNvSpPr txBox="1"/>
            <p:nvPr/>
          </p:nvSpPr>
          <p:spPr>
            <a:xfrm>
              <a:off x="2722442" y="-251423"/>
              <a:ext cx="617901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1" i="0" dirty="0">
                  <a:solidFill>
                    <a:srgbClr val="C00000"/>
                  </a:solidFill>
                  <a:latin typeface="IBM Plex Mono" panose="020B0509050203000203" pitchFamily="49" charset="77"/>
                </a:rPr>
                <a:t>GATE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2CDCD61-31CC-C8FB-7302-41A0E4994486}"/>
                </a:ext>
              </a:extLst>
            </p:cNvPr>
            <p:cNvSpPr txBox="1"/>
            <p:nvPr/>
          </p:nvSpPr>
          <p:spPr>
            <a:xfrm>
              <a:off x="2613680" y="-30726"/>
              <a:ext cx="835424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000" b="0" i="0" dirty="0">
                  <a:solidFill>
                    <a:srgbClr val="C00000"/>
                  </a:solidFill>
                  <a:latin typeface="IBM Plex Mono" panose="020B0509050203000203" pitchFamily="49" charset="77"/>
                </a:rPr>
                <a:t>refuses if incomplete</a:t>
              </a:r>
            </a:p>
          </p:txBody>
        </p:sp>
      </p:grp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A7F13C6-C127-A436-FA56-F50970FA0CEB}"/>
              </a:ext>
            </a:extLst>
          </p:cNvPr>
          <p:cNvSpPr/>
          <p:nvPr/>
        </p:nvSpPr>
        <p:spPr>
          <a:xfrm>
            <a:off x="-185988" y="901055"/>
            <a:ext cx="1770208" cy="170308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032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ctr"/>
            <a:r>
              <a:rPr sz="1200" b="1" i="0" dirty="0">
                <a:solidFill>
                  <a:srgbClr val="1C1B18"/>
                </a:solidFill>
                <a:latin typeface="IBM Plex Mono" panose="020B0509050203000203" pitchFamily="49" charset="77"/>
              </a:rPr>
              <a:t>STAGE 1</a:t>
            </a:r>
          </a:p>
          <a:p>
            <a:pPr algn="ctr"/>
            <a:r>
              <a:rPr sz="1200" b="0" i="0" dirty="0">
                <a:solidFill>
                  <a:srgbClr val="1C1B18"/>
                </a:solidFill>
                <a:latin typeface="IBM Plex Mono" panose="020B0509050203000203" pitchFamily="49" charset="77"/>
              </a:rPr>
              <a:t>assess the data</a:t>
            </a:r>
          </a:p>
          <a:p>
            <a:pPr algn="l"/>
            <a:endParaRPr sz="900" b="0" i="0" dirty="0">
              <a:solidFill>
                <a:srgbClr val="1C1B18"/>
              </a:solidFill>
              <a:latin typeface="IBM Plex Mono" panose="020B0509050203000203" pitchFamily="49" charset="77"/>
            </a:endParaRP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8F4C15D3-71AB-2D0E-59CC-5CDA55BF3D63}"/>
              </a:ext>
            </a:extLst>
          </p:cNvPr>
          <p:cNvCxnSpPr>
            <a:cxnSpLocks/>
          </p:cNvCxnSpPr>
          <p:nvPr/>
        </p:nvCxnSpPr>
        <p:spPr>
          <a:xfrm>
            <a:off x="-49423" y="1438127"/>
            <a:ext cx="1508548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4DF0749-239D-11B0-EAB2-19AAE6AF690E}"/>
              </a:ext>
            </a:extLst>
          </p:cNvPr>
          <p:cNvSpPr/>
          <p:nvPr/>
        </p:nvSpPr>
        <p:spPr>
          <a:xfrm>
            <a:off x="4623690" y="64412"/>
            <a:ext cx="4041543" cy="2533794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ctr"/>
            <a:r>
              <a:rPr sz="1200" b="1" i="0" dirty="0">
                <a:solidFill>
                  <a:srgbClr val="1C1B18"/>
                </a:solidFill>
                <a:latin typeface="IBM Plex Mono" panose="020B0509050203000203" pitchFamily="49" charset="77"/>
              </a:rPr>
              <a:t>STAGE 3</a:t>
            </a:r>
          </a:p>
          <a:p>
            <a:pPr algn="ctr"/>
            <a:r>
              <a:rPr sz="1200" b="0" i="0" dirty="0">
                <a:solidFill>
                  <a:srgbClr val="1C1B18"/>
                </a:solidFill>
                <a:latin typeface="IBM Plex Mono" panose="020B0509050203000203" pitchFamily="49" charset="77"/>
              </a:rPr>
              <a:t>run the analysis</a:t>
            </a:r>
          </a:p>
        </p:txBody>
      </p: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72BFECD9-E848-23AB-EC08-21F666186538}"/>
              </a:ext>
            </a:extLst>
          </p:cNvPr>
          <p:cNvCxnSpPr>
            <a:cxnSpLocks/>
          </p:cNvCxnSpPr>
          <p:nvPr/>
        </p:nvCxnSpPr>
        <p:spPr>
          <a:xfrm>
            <a:off x="4785703" y="632613"/>
            <a:ext cx="368237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2AA9855-EC8B-4F82-BD5A-9E76B11DBAA5}"/>
              </a:ext>
            </a:extLst>
          </p:cNvPr>
          <p:cNvSpPr/>
          <p:nvPr/>
        </p:nvSpPr>
        <p:spPr>
          <a:xfrm>
            <a:off x="4791118" y="846650"/>
            <a:ext cx="701261" cy="513992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6510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72BE2F-94C2-CCBD-0B23-C67AB72FCAA4}"/>
              </a:ext>
            </a:extLst>
          </p:cNvPr>
          <p:cNvSpPr txBox="1"/>
          <p:nvPr/>
        </p:nvSpPr>
        <p:spPr>
          <a:xfrm>
            <a:off x="4791119" y="887091"/>
            <a:ext cx="701260" cy="392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900" b="1" dirty="0">
                <a:latin typeface="IBM Plex Mono" panose="020B0509050203000203" pitchFamily="49" charset="77"/>
              </a:rPr>
              <a:t>L1</a:t>
            </a:r>
          </a:p>
          <a:p>
            <a:pPr algn="ctr">
              <a:lnSpc>
                <a:spcPct val="150000"/>
              </a:lnSpc>
            </a:pPr>
            <a:r>
              <a:rPr lang="en-CN" sz="900" b="1" dirty="0">
                <a:latin typeface="IBM Plex Mono" panose="020B0509050203000203" pitchFamily="49" charset="77"/>
              </a:rPr>
              <a:t>R</a:t>
            </a:r>
            <a:r>
              <a:rPr sz="900" b="1" i="0" dirty="0" err="1">
                <a:latin typeface="IBM Plex Mono" panose="020B0509050203000203" pitchFamily="49" charset="77"/>
              </a:rPr>
              <a:t>etrieve</a:t>
            </a:r>
            <a:endParaRPr sz="900" b="1" i="0" dirty="0">
              <a:latin typeface="IBM Plex Mono" panose="020B0509050203000203" pitchFamily="49" charset="77"/>
            </a:endParaRPr>
          </a:p>
        </p:txBody>
      </p: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2C568E53-6DB1-CB64-6370-A898F3DCD49A}"/>
              </a:ext>
            </a:extLst>
          </p:cNvPr>
          <p:cNvCxnSpPr>
            <a:cxnSpLocks/>
            <a:stCxn id="26" idx="3"/>
            <a:endCxn id="36" idx="1"/>
          </p:cNvCxnSpPr>
          <p:nvPr/>
        </p:nvCxnSpPr>
        <p:spPr>
          <a:xfrm>
            <a:off x="1584220" y="1752595"/>
            <a:ext cx="309460" cy="190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>
            <a:extLst>
              <a:ext uri="{FF2B5EF4-FFF2-40B4-BE49-F238E27FC236}">
                <a16:creationId xmlns:a16="http://schemas.microsoft.com/office/drawing/2014/main" id="{CAF21180-CD90-225A-099A-56937723DACB}"/>
              </a:ext>
            </a:extLst>
          </p:cNvPr>
          <p:cNvCxnSpPr>
            <a:cxnSpLocks/>
          </p:cNvCxnSpPr>
          <p:nvPr/>
        </p:nvCxnSpPr>
        <p:spPr>
          <a:xfrm>
            <a:off x="4244985" y="1754495"/>
            <a:ext cx="37058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943F13EE-0190-A5CA-6ECA-5408EE648E7B}"/>
              </a:ext>
            </a:extLst>
          </p:cNvPr>
          <p:cNvCxnSpPr>
            <a:cxnSpLocks/>
          </p:cNvCxnSpPr>
          <p:nvPr/>
        </p:nvCxnSpPr>
        <p:spPr>
          <a:xfrm>
            <a:off x="5632652" y="2620176"/>
            <a:ext cx="0" cy="438167"/>
          </a:xfrm>
          <a:prstGeom prst="line">
            <a:avLst/>
          </a:prstGeom>
          <a:ln w="20320">
            <a:solidFill>
              <a:schemeClr val="tx1"/>
            </a:solidFill>
            <a:prstDash val="dash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4AC1C8B5-32FB-D880-C745-1B4982D8E4FA}"/>
              </a:ext>
            </a:extLst>
          </p:cNvPr>
          <p:cNvSpPr/>
          <p:nvPr/>
        </p:nvSpPr>
        <p:spPr>
          <a:xfrm>
            <a:off x="-49423" y="1533302"/>
            <a:ext cx="1508548" cy="928021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endParaRPr sz="1100" b="0" i="0" dirty="0">
              <a:solidFill>
                <a:srgbClr val="6E6B62"/>
              </a:solidFill>
              <a:latin typeface="IBM Plex Mono" panose="020B0509050203000203" pitchFamily="49" charset="77"/>
            </a:endParaRPr>
          </a:p>
        </p:txBody>
      </p:sp>
      <p:sp>
        <p:nvSpPr>
          <p:cNvPr id="146" name="Rounded Rectangle 145"/>
          <p:cNvSpPr/>
          <p:nvPr/>
        </p:nvSpPr>
        <p:spPr>
          <a:xfrm>
            <a:off x="-188058" y="-116782"/>
            <a:ext cx="3895404" cy="592067"/>
          </a:xfrm>
          <a:prstGeom prst="roundRect">
            <a:avLst/>
          </a:prstGeom>
          <a:solidFill>
            <a:srgbClr val="ECEEF0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000" rIns="45720" bIns="18000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IBM Plex Mono" panose="020B0509050203000203" pitchFamily="49" charset="77"/>
              </a:rPr>
              <a:t>DATA — handbooks </a:t>
            </a:r>
            <a:endParaRPr lang="en-US" sz="1200" b="1" dirty="0">
              <a:solidFill>
                <a:schemeClr val="tx1"/>
              </a:solidFill>
              <a:latin typeface="IBM Plex Mono" panose="020B0509050203000203" pitchFamily="49" charset="77"/>
            </a:endParaRPr>
          </a:p>
          <a:p>
            <a:pPr algn="ctr"/>
            <a:r>
              <a:rPr lang="en-US" sz="1200" dirty="0">
                <a:solidFill>
                  <a:srgbClr val="C00000"/>
                </a:solidFill>
                <a:latin typeface="IBM Plex Mono" panose="020B0509050203000203" pitchFamily="49" charset="77"/>
              </a:rPr>
              <a:t>Read Only</a:t>
            </a:r>
            <a:endParaRPr sz="1200" dirty="0">
              <a:solidFill>
                <a:srgbClr val="C00000"/>
              </a:solidFill>
              <a:latin typeface="IBM Plex Mono" panose="020B0509050203000203" pitchFamily="49" charset="77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5346AD6-CDFD-A20B-95F7-E4188A4E7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88" y="1550907"/>
            <a:ext cx="340780" cy="3407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A5E5F51-623B-77FE-9D3C-8804FCA159FA}"/>
              </a:ext>
            </a:extLst>
          </p:cNvPr>
          <p:cNvSpPr txBox="1"/>
          <p:nvPr/>
        </p:nvSpPr>
        <p:spPr>
          <a:xfrm>
            <a:off x="-36458" y="1922829"/>
            <a:ext cx="14922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i="0" dirty="0">
                <a:solidFill>
                  <a:srgbClr val="3B3B3B"/>
                </a:solidFill>
                <a:effectLst/>
                <a:latin typeface="IBM Plex Mono" panose="020B0509050203000203" pitchFamily="49" charset="77"/>
              </a:rPr>
              <a:t>data-scout</a:t>
            </a:r>
            <a:endParaRPr lang="en-US" sz="1100" b="1" i="0" dirty="0">
              <a:solidFill>
                <a:srgbClr val="6E6B62"/>
              </a:solidFill>
              <a:latin typeface="IBM Plex Mono" panose="020B0509050203000203" pitchFamily="49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73D304-EB61-23B6-60CC-987DE3D4681D}"/>
              </a:ext>
            </a:extLst>
          </p:cNvPr>
          <p:cNvSpPr txBox="1"/>
          <p:nvPr/>
        </p:nvSpPr>
        <p:spPr>
          <a:xfrm>
            <a:off x="439859" y="1613901"/>
            <a:ext cx="10853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276B67"/>
                </a:solidFill>
                <a:latin typeface="IBM Plex Mono" panose="020B0509050203000203" pitchFamily="49" charset="77"/>
              </a:rPr>
              <a:t>Sub-Agent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CBBA6F-B3DD-B3E4-D3CA-51E3DC52EEAA}"/>
              </a:ext>
            </a:extLst>
          </p:cNvPr>
          <p:cNvSpPr txBox="1"/>
          <p:nvPr/>
        </p:nvSpPr>
        <p:spPr>
          <a:xfrm>
            <a:off x="-66145" y="2130646"/>
            <a:ext cx="15085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C00000"/>
                </a:solidFill>
                <a:latin typeface="IBM Plex Mono" panose="020B0509050203000203" pitchFamily="49" charset="77"/>
              </a:rPr>
              <a:t>Read · Bash · Grep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AAB413A-756F-7D5F-0B9E-447CB29CA946}"/>
              </a:ext>
            </a:extLst>
          </p:cNvPr>
          <p:cNvSpPr/>
          <p:nvPr/>
        </p:nvSpPr>
        <p:spPr>
          <a:xfrm>
            <a:off x="1893680" y="902955"/>
            <a:ext cx="2416621" cy="170308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2032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ctr"/>
            <a:r>
              <a:rPr sz="1200" b="1" i="0" dirty="0">
                <a:solidFill>
                  <a:srgbClr val="1C1B18"/>
                </a:solidFill>
                <a:latin typeface="IBM Plex Mono" panose="020B0509050203000203" pitchFamily="49" charset="77"/>
              </a:rPr>
              <a:t>STAGE </a:t>
            </a:r>
            <a:r>
              <a:rPr lang="en-US" sz="1200" b="1" i="0" dirty="0">
                <a:solidFill>
                  <a:srgbClr val="1C1B18"/>
                </a:solidFill>
                <a:latin typeface="IBM Plex Mono" panose="020B0509050203000203" pitchFamily="49" charset="77"/>
              </a:rPr>
              <a:t>2</a:t>
            </a:r>
            <a:endParaRPr sz="1200" b="1" i="0" dirty="0">
              <a:solidFill>
                <a:srgbClr val="1C1B18"/>
              </a:solidFill>
              <a:latin typeface="IBM Plex Mono" panose="020B0509050203000203" pitchFamily="49" charset="77"/>
            </a:endParaRPr>
          </a:p>
          <a:p>
            <a:pPr algn="ctr"/>
            <a:r>
              <a:rPr lang="en-US" sz="1200" b="0" i="0" dirty="0">
                <a:solidFill>
                  <a:srgbClr val="1C1B18"/>
                </a:solidFill>
                <a:latin typeface="IBM Plex Mono" panose="020B0509050203000203" pitchFamily="49" charset="77"/>
              </a:rPr>
              <a:t>prepare the decisions</a:t>
            </a:r>
          </a:p>
          <a:p>
            <a:pPr algn="ctr"/>
            <a:endParaRPr sz="1200" b="0" i="0" dirty="0">
              <a:solidFill>
                <a:srgbClr val="1C1B18"/>
              </a:solidFill>
              <a:latin typeface="IBM Plex Mono" panose="020B0509050203000203" pitchFamily="49" charset="77"/>
            </a:endParaRPr>
          </a:p>
          <a:p>
            <a:pPr algn="l"/>
            <a:endParaRPr sz="900" b="0" i="0" dirty="0">
              <a:solidFill>
                <a:srgbClr val="1C1B18"/>
              </a:solidFill>
              <a:latin typeface="IBM Plex Mono" panose="020B0509050203000203" pitchFamily="49" charset="77"/>
            </a:endParaRPr>
          </a:p>
        </p:txBody>
      </p:sp>
      <p:cxnSp>
        <p:nvCxnSpPr>
          <p:cNvPr id="37" name="Connector 26">
            <a:extLst>
              <a:ext uri="{FF2B5EF4-FFF2-40B4-BE49-F238E27FC236}">
                <a16:creationId xmlns:a16="http://schemas.microsoft.com/office/drawing/2014/main" id="{7E49B9E7-CA55-B09A-3A28-7F50A0EBAC92}"/>
              </a:ext>
            </a:extLst>
          </p:cNvPr>
          <p:cNvCxnSpPr>
            <a:cxnSpLocks/>
          </p:cNvCxnSpPr>
          <p:nvPr/>
        </p:nvCxnSpPr>
        <p:spPr>
          <a:xfrm>
            <a:off x="2030246" y="1436423"/>
            <a:ext cx="2154892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AACDDD9-9CC2-9017-02A9-BDB8353A6C9F}"/>
              </a:ext>
            </a:extLst>
          </p:cNvPr>
          <p:cNvSpPr/>
          <p:nvPr/>
        </p:nvSpPr>
        <p:spPr>
          <a:xfrm>
            <a:off x="2030246" y="1546060"/>
            <a:ext cx="2154892" cy="917164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endParaRPr sz="1100" b="0" i="0" dirty="0">
              <a:solidFill>
                <a:srgbClr val="6E6B62"/>
              </a:solidFill>
              <a:latin typeface="IBM Plex Mono" panose="020B0509050203000203" pitchFamily="49" charset="77"/>
            </a:endParaRP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64359CD6-E81D-BA5E-6368-9F94D44AA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5989" y="1552806"/>
            <a:ext cx="340780" cy="34078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AF8337D-ADB3-2286-CE53-E9809EA37A30}"/>
              </a:ext>
            </a:extLst>
          </p:cNvPr>
          <p:cNvSpPr txBox="1"/>
          <p:nvPr/>
        </p:nvSpPr>
        <p:spPr>
          <a:xfrm>
            <a:off x="2030246" y="1923145"/>
            <a:ext cx="21548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i="0" dirty="0">
                <a:solidFill>
                  <a:srgbClr val="3B3B3B"/>
                </a:solidFill>
                <a:effectLst/>
                <a:latin typeface="IBM Plex Mono" panose="020B0509050203000203" pitchFamily="49" charset="77"/>
              </a:rPr>
              <a:t>spatial-analyst</a:t>
            </a:r>
            <a:endParaRPr lang="en-US" sz="1050" b="0" i="0" dirty="0">
              <a:solidFill>
                <a:srgbClr val="6E6B62"/>
              </a:solidFill>
              <a:latin typeface="IBM Plex Mono" panose="020B0509050203000203" pitchFamily="49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56F95F-4824-28D5-905D-617079792A85}"/>
              </a:ext>
            </a:extLst>
          </p:cNvPr>
          <p:cNvSpPr txBox="1"/>
          <p:nvPr/>
        </p:nvSpPr>
        <p:spPr>
          <a:xfrm>
            <a:off x="2850360" y="1615800"/>
            <a:ext cx="108534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i="0" dirty="0">
                <a:solidFill>
                  <a:srgbClr val="276B67"/>
                </a:solidFill>
                <a:latin typeface="IBM Plex Mono" panose="020B0509050203000203" pitchFamily="49" charset="77"/>
              </a:rPr>
              <a:t>Sub-Agent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FC2AD2-5A6E-63F6-95FD-354E88E1BA21}"/>
              </a:ext>
            </a:extLst>
          </p:cNvPr>
          <p:cNvSpPr txBox="1"/>
          <p:nvPr/>
        </p:nvSpPr>
        <p:spPr>
          <a:xfrm>
            <a:off x="2016750" y="2153670"/>
            <a:ext cx="2138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C00000"/>
                </a:solidFill>
                <a:latin typeface="IBM Plex Mono" panose="020B0509050203000203" pitchFamily="49" charset="77"/>
              </a:rPr>
              <a:t>Read · Bash · Grep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ADA675B-E193-7F0F-4639-ED8664D03A4D}"/>
              </a:ext>
            </a:extLst>
          </p:cNvPr>
          <p:cNvGrpSpPr/>
          <p:nvPr/>
        </p:nvGrpSpPr>
        <p:grpSpPr>
          <a:xfrm>
            <a:off x="4680739" y="3088765"/>
            <a:ext cx="4041543" cy="1703080"/>
            <a:chOff x="3942163" y="-1047623"/>
            <a:chExt cx="4041543" cy="1703080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B7BD5366-8D0B-7B4F-38C8-D0D15D6C2591}"/>
                </a:ext>
              </a:extLst>
            </p:cNvPr>
            <p:cNvSpPr/>
            <p:nvPr/>
          </p:nvSpPr>
          <p:spPr>
            <a:xfrm>
              <a:off x="3942163" y="-1047623"/>
              <a:ext cx="1895228" cy="170308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 w="2032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46304" tIns="87782" rIns="146304" bIns="87782" rtlCol="0" anchor="t"/>
            <a:lstStyle/>
            <a:p>
              <a:pPr algn="ctr"/>
              <a:r>
                <a:rPr sz="1200" b="1" i="0" dirty="0">
                  <a:solidFill>
                    <a:srgbClr val="1C1B18"/>
                  </a:solidFill>
                  <a:latin typeface="IBM Plex Mono" panose="020B0509050203000203" pitchFamily="49" charset="77"/>
                </a:rPr>
                <a:t>STAGE </a:t>
              </a:r>
              <a:r>
                <a:rPr lang="en-US" sz="1200" b="1" i="0" dirty="0">
                  <a:solidFill>
                    <a:srgbClr val="1C1B18"/>
                  </a:solidFill>
                  <a:latin typeface="IBM Plex Mono" panose="020B0509050203000203" pitchFamily="49" charset="77"/>
                </a:rPr>
                <a:t>3a</a:t>
              </a:r>
              <a:endParaRPr sz="1200" b="1" i="0" dirty="0">
                <a:solidFill>
                  <a:srgbClr val="1C1B18"/>
                </a:solidFill>
                <a:latin typeface="IBM Plex Mono" panose="020B0509050203000203" pitchFamily="49" charset="77"/>
              </a:endParaRPr>
            </a:p>
            <a:p>
              <a:pPr algn="l"/>
              <a:r>
                <a:rPr lang="en-US" sz="1200" b="0" i="0" dirty="0">
                  <a:solidFill>
                    <a:srgbClr val="1C1B18"/>
                  </a:solidFill>
                  <a:latin typeface="IBM Plex Mono" panose="020B0509050203000203" pitchFamily="49" charset="77"/>
                </a:rPr>
                <a:t>figures reviewed</a:t>
              </a:r>
            </a:p>
            <a:p>
              <a:pPr algn="l"/>
              <a:endParaRPr sz="900" b="0" i="0" dirty="0">
                <a:solidFill>
                  <a:srgbClr val="1C1B18"/>
                </a:solidFill>
                <a:latin typeface="IBM Plex Mono" panose="020B0509050203000203" pitchFamily="49" charset="77"/>
              </a:endParaRPr>
            </a:p>
          </p:txBody>
        </p:sp>
        <p:cxnSp>
          <p:nvCxnSpPr>
            <p:cNvPr id="46" name="Connector 26">
              <a:extLst>
                <a:ext uri="{FF2B5EF4-FFF2-40B4-BE49-F238E27FC236}">
                  <a16:creationId xmlns:a16="http://schemas.microsoft.com/office/drawing/2014/main" id="{F426DF49-5353-44C3-7186-DF14A8EBE7E3}"/>
                </a:ext>
              </a:extLst>
            </p:cNvPr>
            <p:cNvCxnSpPr>
              <a:cxnSpLocks/>
            </p:cNvCxnSpPr>
            <p:nvPr/>
          </p:nvCxnSpPr>
          <p:spPr>
            <a:xfrm>
              <a:off x="4078728" y="-510551"/>
              <a:ext cx="1609677" cy="0"/>
            </a:xfrm>
            <a:prstGeom prst="line">
              <a:avLst/>
            </a:prstGeom>
            <a:ln w="11430">
              <a:solidFill>
                <a:srgbClr val="CFCAB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2E805357-A23F-8739-7A18-47A9A1679F94}"/>
                </a:ext>
              </a:extLst>
            </p:cNvPr>
            <p:cNvSpPr/>
            <p:nvPr/>
          </p:nvSpPr>
          <p:spPr>
            <a:xfrm>
              <a:off x="4078728" y="-425919"/>
              <a:ext cx="1609676" cy="938564"/>
            </a:xfrm>
            <a:prstGeom prst="roundRect">
              <a:avLst>
                <a:gd name="adj" fmla="val 12000"/>
              </a:avLst>
            </a:prstGeom>
            <a:solidFill>
              <a:srgbClr val="F1F7F6"/>
            </a:solidFill>
            <a:ln w="12700">
              <a:solidFill>
                <a:srgbClr val="276B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54864" bIns="54864" rtlCol="0" anchor="t"/>
            <a:lstStyle/>
            <a:p>
              <a:pPr algn="l"/>
              <a:endParaRPr sz="1100" b="0" i="0" dirty="0">
                <a:solidFill>
                  <a:srgbClr val="6E6B62"/>
                </a:solidFill>
                <a:latin typeface="IBM Plex Mono" panose="020B0509050203000203" pitchFamily="49" charset="77"/>
              </a:endParaRP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61ACA6A-D2DD-F196-AF6D-AA96DBF78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12400" y="-430425"/>
              <a:ext cx="340780" cy="34078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57270A0-9009-1078-1BC6-47FB51EA68FA}"/>
                </a:ext>
              </a:extLst>
            </p:cNvPr>
            <p:cNvSpPr txBox="1"/>
            <p:nvPr/>
          </p:nvSpPr>
          <p:spPr>
            <a:xfrm>
              <a:off x="4078728" y="-18536"/>
              <a:ext cx="160967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3B3B3B"/>
                  </a:solidFill>
                  <a:latin typeface="IBM Plex Mono" panose="020B0509050203000203" pitchFamily="49" charset="77"/>
                </a:rPr>
                <a:t>Map-reviewer</a:t>
              </a:r>
              <a:endParaRPr lang="en-US" sz="1100" b="0" i="0" dirty="0">
                <a:solidFill>
                  <a:srgbClr val="6E6B62"/>
                </a:solidFill>
                <a:latin typeface="IBM Plex Mono" panose="020B0509050203000203" pitchFamily="49" charset="7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72C9151-08BF-200B-44A4-B5329A9BAC12}"/>
                </a:ext>
              </a:extLst>
            </p:cNvPr>
            <p:cNvSpPr txBox="1"/>
            <p:nvPr/>
          </p:nvSpPr>
          <p:spPr>
            <a:xfrm>
              <a:off x="4636771" y="-367431"/>
              <a:ext cx="108534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100" b="1" i="0" dirty="0">
                  <a:solidFill>
                    <a:srgbClr val="276B67"/>
                  </a:solidFill>
                  <a:latin typeface="IBM Plex Mono" panose="020B0509050203000203" pitchFamily="49" charset="77"/>
                </a:rPr>
                <a:t>Sub-Agent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7329F94-42D9-5FA0-6BE1-02D1239E6547}"/>
                </a:ext>
              </a:extLst>
            </p:cNvPr>
            <p:cNvSpPr txBox="1"/>
            <p:nvPr/>
          </p:nvSpPr>
          <p:spPr>
            <a:xfrm>
              <a:off x="4078728" y="193507"/>
              <a:ext cx="160967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rgbClr val="C00000"/>
                  </a:solidFill>
                  <a:latin typeface="IBM Plex Mono" panose="020B0509050203000203" pitchFamily="49" charset="77"/>
                </a:rPr>
                <a:t>Read Only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E3543F0F-31DF-55D9-8EE2-90F3506944E5}"/>
                </a:ext>
              </a:extLst>
            </p:cNvPr>
            <p:cNvSpPr/>
            <p:nvPr/>
          </p:nvSpPr>
          <p:spPr>
            <a:xfrm>
              <a:off x="6088478" y="-1047623"/>
              <a:ext cx="1895228" cy="170308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 w="20320">
              <a:solidFill>
                <a:schemeClr val="tx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46304" tIns="87782" rIns="146304" bIns="87782" rtlCol="0" anchor="t"/>
            <a:lstStyle/>
            <a:p>
              <a:pPr algn="ctr"/>
              <a:r>
                <a:rPr sz="1200" b="1" i="0" dirty="0">
                  <a:solidFill>
                    <a:srgbClr val="1C1B18"/>
                  </a:solidFill>
                  <a:latin typeface="IBM Plex Mono" panose="020B0509050203000203" pitchFamily="49" charset="77"/>
                </a:rPr>
                <a:t>STAGE </a:t>
              </a:r>
              <a:r>
                <a:rPr lang="en-US" sz="1200" b="1" i="0" dirty="0">
                  <a:solidFill>
                    <a:srgbClr val="1C1B18"/>
                  </a:solidFill>
                  <a:latin typeface="IBM Plex Mono" panose="020B0509050203000203" pitchFamily="49" charset="77"/>
                </a:rPr>
                <a:t>3b</a:t>
              </a:r>
              <a:endParaRPr sz="1200" b="1" i="0" dirty="0">
                <a:solidFill>
                  <a:srgbClr val="1C1B18"/>
                </a:solidFill>
                <a:latin typeface="IBM Plex Mono" panose="020B0509050203000203" pitchFamily="49" charset="77"/>
              </a:endParaRPr>
            </a:p>
            <a:p>
              <a:pPr algn="l"/>
              <a:r>
                <a:rPr lang="en-US" sz="1200" b="0" i="0" dirty="0">
                  <a:solidFill>
                    <a:srgbClr val="1C1B18"/>
                  </a:solidFill>
                  <a:latin typeface="IBM Plex Mono" panose="020B0509050203000203" pitchFamily="49" charset="77"/>
                </a:rPr>
                <a:t>reviews the plan</a:t>
              </a:r>
            </a:p>
            <a:p>
              <a:pPr algn="l"/>
              <a:endParaRPr lang="en-CN" sz="900" b="0" i="0" dirty="0">
                <a:solidFill>
                  <a:srgbClr val="1C1B18"/>
                </a:solidFill>
                <a:latin typeface="IBM Plex Mono" panose="020B0509050203000203" pitchFamily="49" charset="77"/>
              </a:endParaRPr>
            </a:p>
          </p:txBody>
        </p:sp>
        <p:cxnSp>
          <p:nvCxnSpPr>
            <p:cNvPr id="55" name="Connector 26">
              <a:extLst>
                <a:ext uri="{FF2B5EF4-FFF2-40B4-BE49-F238E27FC236}">
                  <a16:creationId xmlns:a16="http://schemas.microsoft.com/office/drawing/2014/main" id="{909A90C1-95D7-D1FC-7EFF-8B9393EAAC8A}"/>
                </a:ext>
              </a:extLst>
            </p:cNvPr>
            <p:cNvCxnSpPr>
              <a:cxnSpLocks/>
            </p:cNvCxnSpPr>
            <p:nvPr/>
          </p:nvCxnSpPr>
          <p:spPr>
            <a:xfrm>
              <a:off x="6225043" y="-510551"/>
              <a:ext cx="1609677" cy="0"/>
            </a:xfrm>
            <a:prstGeom prst="line">
              <a:avLst/>
            </a:prstGeom>
            <a:ln w="11430">
              <a:solidFill>
                <a:srgbClr val="CFCAB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C3D84476-F258-D275-56B3-803A3E4CD679}"/>
                </a:ext>
              </a:extLst>
            </p:cNvPr>
            <p:cNvSpPr/>
            <p:nvPr/>
          </p:nvSpPr>
          <p:spPr>
            <a:xfrm>
              <a:off x="6225043" y="-430425"/>
              <a:ext cx="1609676" cy="943071"/>
            </a:xfrm>
            <a:prstGeom prst="roundRect">
              <a:avLst>
                <a:gd name="adj" fmla="val 12000"/>
              </a:avLst>
            </a:prstGeom>
            <a:solidFill>
              <a:srgbClr val="F1F7F6"/>
            </a:solidFill>
            <a:ln w="12700">
              <a:solidFill>
                <a:srgbClr val="276B6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54864" bIns="54864" rtlCol="0" anchor="t"/>
            <a:lstStyle/>
            <a:p>
              <a:pPr algn="l"/>
              <a:endParaRPr sz="1100" b="0" i="0" dirty="0">
                <a:solidFill>
                  <a:srgbClr val="6E6B62"/>
                </a:solidFill>
                <a:latin typeface="IBM Plex Mono" panose="020B0509050203000203" pitchFamily="49" charset="77"/>
              </a:endParaRPr>
            </a:p>
          </p:txBody>
        </p: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6779732A-2F46-D121-0468-59E525615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9976" y="-404013"/>
              <a:ext cx="340780" cy="340780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E6D788B-A584-CF84-4689-56C82C00C971}"/>
                </a:ext>
              </a:extLst>
            </p:cNvPr>
            <p:cNvSpPr txBox="1"/>
            <p:nvPr/>
          </p:nvSpPr>
          <p:spPr>
            <a:xfrm>
              <a:off x="6225043" y="5144"/>
              <a:ext cx="160967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3B3B3B"/>
                  </a:solidFill>
                  <a:latin typeface="IBM Plex Mono" panose="020B0509050203000203" pitchFamily="49" charset="77"/>
                </a:rPr>
                <a:t>Plan-reviewer</a:t>
              </a:r>
              <a:endParaRPr lang="en-US" sz="1100" b="0" i="0" dirty="0">
                <a:solidFill>
                  <a:srgbClr val="6E6B62"/>
                </a:solidFill>
                <a:latin typeface="IBM Plex Mono" panose="020B0509050203000203" pitchFamily="49" charset="7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4B54F49-510F-5558-6168-9EAE0A53E88F}"/>
                </a:ext>
              </a:extLst>
            </p:cNvPr>
            <p:cNvSpPr txBox="1"/>
            <p:nvPr/>
          </p:nvSpPr>
          <p:spPr>
            <a:xfrm>
              <a:off x="6784347" y="-341019"/>
              <a:ext cx="108534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100" b="1" i="0" dirty="0">
                  <a:solidFill>
                    <a:srgbClr val="276B67"/>
                  </a:solidFill>
                  <a:latin typeface="IBM Plex Mono" panose="020B0509050203000203" pitchFamily="49" charset="77"/>
                </a:rPr>
                <a:t>Sub-Agent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C37783A-D37F-0FF9-E7CD-701B803AE96E}"/>
                </a:ext>
              </a:extLst>
            </p:cNvPr>
            <p:cNvSpPr txBox="1"/>
            <p:nvPr/>
          </p:nvSpPr>
          <p:spPr>
            <a:xfrm>
              <a:off x="6242532" y="197101"/>
              <a:ext cx="160967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>
                  <a:solidFill>
                    <a:srgbClr val="C00000"/>
                  </a:solidFill>
                  <a:latin typeface="IBM Plex Mono" panose="020B0509050203000203" pitchFamily="49" charset="77"/>
                </a:rPr>
                <a:t>Read Only</a:t>
              </a:r>
            </a:p>
          </p:txBody>
        </p: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390E30-8342-029F-E9C0-B6BA87B44BE0}"/>
              </a:ext>
            </a:extLst>
          </p:cNvPr>
          <p:cNvSpPr/>
          <p:nvPr/>
        </p:nvSpPr>
        <p:spPr>
          <a:xfrm>
            <a:off x="-2093490" y="-77863"/>
            <a:ext cx="1650527" cy="4232526"/>
          </a:xfrm>
          <a:prstGeom prst="roundRect">
            <a:avLst>
              <a:gd name="adj" fmla="val 4000"/>
            </a:avLst>
          </a:prstGeom>
          <a:solidFill>
            <a:srgbClr val="ECEEF0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endParaRPr sz="760" b="0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036CB08-4C9F-5261-00B5-DAC05C54EE4E}"/>
              </a:ext>
            </a:extLst>
          </p:cNvPr>
          <p:cNvSpPr txBox="1"/>
          <p:nvPr/>
        </p:nvSpPr>
        <p:spPr>
          <a:xfrm>
            <a:off x="-2104518" y="-121242"/>
            <a:ext cx="1624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b="1" dirty="0">
              <a:solidFill>
                <a:srgbClr val="1C1B18"/>
              </a:solidFill>
              <a:latin typeface="IBM Plex Mono" panose="020B0509050203000203" pitchFamily="49" charset="77"/>
            </a:endParaRPr>
          </a:p>
          <a:p>
            <a:pPr algn="ctr"/>
            <a:r>
              <a:rPr lang="en-CN" sz="1200" b="1" dirty="0">
                <a:solidFill>
                  <a:srgbClr val="1C1B18"/>
                </a:solidFill>
                <a:latin typeface="IBM Plex Mono" panose="020B0509050203000203" pitchFamily="49" charset="77"/>
              </a:rPr>
              <a:t>Initial</a:t>
            </a:r>
          </a:p>
          <a:p>
            <a:pPr algn="ctr"/>
            <a:r>
              <a:rPr sz="1200" b="1" dirty="0">
                <a:solidFill>
                  <a:srgbClr val="1C1B18"/>
                </a:solidFill>
                <a:latin typeface="IBM Plex Mono" panose="020B0509050203000203" pitchFamily="49" charset="77"/>
              </a:rPr>
              <a:t>I</a:t>
            </a:r>
            <a:r>
              <a:rPr lang="en-CN" sz="1200" b="1" dirty="0">
                <a:solidFill>
                  <a:srgbClr val="1C1B18"/>
                </a:solidFill>
                <a:latin typeface="IBM Plex Mono" panose="020B0509050203000203" pitchFamily="49" charset="77"/>
              </a:rPr>
              <a:t>nput</a:t>
            </a:r>
            <a:endParaRPr sz="1200" b="1" dirty="0">
              <a:solidFill>
                <a:srgbClr val="1C1B18"/>
              </a:solidFill>
              <a:latin typeface="IBM Plex Mono" panose="020B0509050203000203" pitchFamily="49" charset="77"/>
            </a:endParaRPr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58F8AC77-71AE-D5B5-0568-BC65BFDFB0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993906" y="1470132"/>
            <a:ext cx="327807" cy="327807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A88F23A2-0947-F2EE-CC9B-AD92A2DC1C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993906" y="895251"/>
            <a:ext cx="343880" cy="34388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9813F8B5-BC9E-87B1-17B2-F0E4FB033F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958151" y="2643946"/>
            <a:ext cx="374221" cy="374221"/>
          </a:xfrm>
          <a:prstGeom prst="rect">
            <a:avLst/>
          </a:prstGeom>
        </p:spPr>
      </p:pic>
      <p:cxnSp>
        <p:nvCxnSpPr>
          <p:cNvPr id="89" name="Connector 26">
            <a:extLst>
              <a:ext uri="{FF2B5EF4-FFF2-40B4-BE49-F238E27FC236}">
                <a16:creationId xmlns:a16="http://schemas.microsoft.com/office/drawing/2014/main" id="{E3279414-DF41-6C80-4442-B0C39477F354}"/>
              </a:ext>
            </a:extLst>
          </p:cNvPr>
          <p:cNvCxnSpPr>
            <a:cxnSpLocks/>
          </p:cNvCxnSpPr>
          <p:nvPr/>
        </p:nvCxnSpPr>
        <p:spPr>
          <a:xfrm>
            <a:off x="-1958151" y="632613"/>
            <a:ext cx="1391424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76321450-DFBF-3D72-2AE9-A56A58EE00B1}"/>
              </a:ext>
            </a:extLst>
          </p:cNvPr>
          <p:cNvSpPr txBox="1"/>
          <p:nvPr/>
        </p:nvSpPr>
        <p:spPr>
          <a:xfrm>
            <a:off x="-1958151" y="3018168"/>
            <a:ext cx="14778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1C1B18"/>
                </a:solidFill>
                <a:latin typeface="IBM Plex Mono" panose="020B0509050203000203" pitchFamily="49" charset="77"/>
              </a:rPr>
              <a:t>Auto/Manually</a:t>
            </a:r>
            <a:endParaRPr lang="en-CN" sz="1000" dirty="0"/>
          </a:p>
        </p:txBody>
      </p:sp>
      <p:pic>
        <p:nvPicPr>
          <p:cNvPr id="125" name="Graphic 124" descr="Badge 1 with solid fill">
            <a:extLst>
              <a:ext uri="{FF2B5EF4-FFF2-40B4-BE49-F238E27FC236}">
                <a16:creationId xmlns:a16="http://schemas.microsoft.com/office/drawing/2014/main" id="{E76EF504-F6B1-AA3D-975D-A5E41E7A82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100797" y="3298334"/>
            <a:ext cx="170051" cy="170051"/>
          </a:xfrm>
          <a:prstGeom prst="rect">
            <a:avLst/>
          </a:prstGeom>
        </p:spPr>
      </p:pic>
      <p:pic>
        <p:nvPicPr>
          <p:cNvPr id="128" name="Graphic 127" descr="Badge with solid fill">
            <a:extLst>
              <a:ext uri="{FF2B5EF4-FFF2-40B4-BE49-F238E27FC236}">
                <a16:creationId xmlns:a16="http://schemas.microsoft.com/office/drawing/2014/main" id="{5859DA87-3C61-3AE4-8E83-A82B6BF4553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99769" y="3517601"/>
            <a:ext cx="170051" cy="170051"/>
          </a:xfrm>
          <a:prstGeom prst="rect">
            <a:avLst/>
          </a:prstGeom>
        </p:spPr>
      </p:pic>
      <p:pic>
        <p:nvPicPr>
          <p:cNvPr id="130" name="Graphic 129" descr="Badge 3 with solid fill">
            <a:extLst>
              <a:ext uri="{FF2B5EF4-FFF2-40B4-BE49-F238E27FC236}">
                <a16:creationId xmlns:a16="http://schemas.microsoft.com/office/drawing/2014/main" id="{563AA1E6-773D-BFAD-9612-775416E0F3A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91256" y="3730142"/>
            <a:ext cx="170051" cy="170051"/>
          </a:xfrm>
          <a:prstGeom prst="rect">
            <a:avLst/>
          </a:prstGeom>
        </p:spPr>
      </p:pic>
      <p:pic>
        <p:nvPicPr>
          <p:cNvPr id="132" name="Graphic 131" descr="Badge 4 with solid fill">
            <a:extLst>
              <a:ext uri="{FF2B5EF4-FFF2-40B4-BE49-F238E27FC236}">
                <a16:creationId xmlns:a16="http://schemas.microsoft.com/office/drawing/2014/main" id="{5B2CF336-C899-F04F-7EEC-8D8CD1E3143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99769" y="3942683"/>
            <a:ext cx="170051" cy="170051"/>
          </a:xfrm>
          <a:prstGeom prst="rect">
            <a:avLst/>
          </a:prstGeom>
        </p:spPr>
      </p:pic>
      <p:cxnSp>
        <p:nvCxnSpPr>
          <p:cNvPr id="139" name="Connector 66">
            <a:extLst>
              <a:ext uri="{FF2B5EF4-FFF2-40B4-BE49-F238E27FC236}">
                <a16:creationId xmlns:a16="http://schemas.microsoft.com/office/drawing/2014/main" id="{63E9664C-A343-13A9-553D-D37E836E2FB2}"/>
              </a:ext>
            </a:extLst>
          </p:cNvPr>
          <p:cNvCxnSpPr>
            <a:cxnSpLocks/>
            <a:stCxn id="92" idx="3"/>
            <a:endCxn id="18" idx="1"/>
          </p:cNvCxnSpPr>
          <p:nvPr/>
        </p:nvCxnSpPr>
        <p:spPr>
          <a:xfrm flipV="1">
            <a:off x="3094781" y="3553012"/>
            <a:ext cx="219283" cy="14193"/>
          </a:xfrm>
          <a:prstGeom prst="line">
            <a:avLst/>
          </a:prstGeom>
          <a:ln w="2032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66">
            <a:extLst>
              <a:ext uri="{FF2B5EF4-FFF2-40B4-BE49-F238E27FC236}">
                <a16:creationId xmlns:a16="http://schemas.microsoft.com/office/drawing/2014/main" id="{C431604B-1C5E-5641-62E6-99695747CC9E}"/>
              </a:ext>
            </a:extLst>
          </p:cNvPr>
          <p:cNvCxnSpPr>
            <a:cxnSpLocks/>
          </p:cNvCxnSpPr>
          <p:nvPr/>
        </p:nvCxnSpPr>
        <p:spPr>
          <a:xfrm flipV="1">
            <a:off x="3904711" y="2765356"/>
            <a:ext cx="0" cy="405747"/>
          </a:xfrm>
          <a:prstGeom prst="line">
            <a:avLst/>
          </a:prstGeom>
          <a:ln w="20320">
            <a:solidFill>
              <a:srgbClr val="C00000"/>
            </a:solidFill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65">
            <a:extLst>
              <a:ext uri="{FF2B5EF4-FFF2-40B4-BE49-F238E27FC236}">
                <a16:creationId xmlns:a16="http://schemas.microsoft.com/office/drawing/2014/main" id="{D691BDEE-6080-D640-0C7D-766A89DBE7E7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-425632" y="1752595"/>
            <a:ext cx="239644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841423B1-C46B-D75E-E7E9-D66786CEEF6C}"/>
              </a:ext>
            </a:extLst>
          </p:cNvPr>
          <p:cNvSpPr txBox="1"/>
          <p:nvPr/>
        </p:nvSpPr>
        <p:spPr>
          <a:xfrm>
            <a:off x="-1647637" y="791273"/>
            <a:ext cx="1105885" cy="408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dirty="0">
                <a:latin typeface="IBM Plex Mono" panose="020B0509050203000203" pitchFamily="49" charset="77"/>
              </a:rPr>
              <a:t>Location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D4FB80C-C5A0-EE30-2E07-F70A38470A6D}"/>
              </a:ext>
            </a:extLst>
          </p:cNvPr>
          <p:cNvSpPr txBox="1"/>
          <p:nvPr/>
        </p:nvSpPr>
        <p:spPr>
          <a:xfrm>
            <a:off x="-1650026" y="1360645"/>
            <a:ext cx="835920" cy="408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dirty="0">
                <a:solidFill>
                  <a:srgbClr val="1C1B18"/>
                </a:solidFill>
                <a:latin typeface="IBM Plex Mono" panose="020B0509050203000203" pitchFamily="49" charset="77"/>
              </a:rPr>
              <a:t>Domain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00292F5-1567-5450-31A5-DEC708D7F908}"/>
              </a:ext>
            </a:extLst>
          </p:cNvPr>
          <p:cNvSpPr txBox="1"/>
          <p:nvPr/>
        </p:nvSpPr>
        <p:spPr>
          <a:xfrm>
            <a:off x="-1583930" y="2552698"/>
            <a:ext cx="844655" cy="40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dirty="0">
                <a:solidFill>
                  <a:srgbClr val="1C1B18"/>
                </a:solidFill>
                <a:latin typeface="IBM Plex Mono" panose="020B0509050203000203" pitchFamily="49" charset="77"/>
              </a:rPr>
              <a:t>Mode</a:t>
            </a:r>
            <a:endParaRPr lang="en-CN" sz="1200" dirty="0"/>
          </a:p>
        </p:txBody>
      </p:sp>
      <p:pic>
        <p:nvPicPr>
          <p:cNvPr id="188" name="Graphic 187">
            <a:extLst>
              <a:ext uri="{FF2B5EF4-FFF2-40B4-BE49-F238E27FC236}">
                <a16:creationId xmlns:a16="http://schemas.microsoft.com/office/drawing/2014/main" id="{1E957D48-6804-5F09-443A-6603B2C9295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-1993906" y="3471779"/>
            <a:ext cx="343880" cy="343880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92D88914-9D55-8DB4-5AB0-01C06918300B}"/>
              </a:ext>
            </a:extLst>
          </p:cNvPr>
          <p:cNvSpPr txBox="1"/>
          <p:nvPr/>
        </p:nvSpPr>
        <p:spPr>
          <a:xfrm>
            <a:off x="-1640868" y="3457099"/>
            <a:ext cx="1083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C1B18"/>
                </a:solidFill>
                <a:latin typeface="IBM Plex Mono" panose="020B0509050203000203" pitchFamily="49" charset="77"/>
              </a:rPr>
              <a:t>Local Language</a:t>
            </a:r>
            <a:endParaRPr lang="en-CN" sz="1200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16C79D30-F20D-74D1-2094-4AA2AFF1BD57}"/>
              </a:ext>
            </a:extLst>
          </p:cNvPr>
          <p:cNvSpPr txBox="1"/>
          <p:nvPr/>
        </p:nvSpPr>
        <p:spPr>
          <a:xfrm>
            <a:off x="-1901495" y="1852788"/>
            <a:ext cx="1430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C1B18"/>
                </a:solidFill>
                <a:latin typeface="IBM Plex Mono" panose="020B0509050203000203" pitchFamily="49" charset="77"/>
              </a:rPr>
              <a:t>Water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0" dirty="0">
                <a:solidFill>
                  <a:srgbClr val="3B3B3B"/>
                </a:solidFill>
                <a:effectLst/>
                <a:latin typeface="IBM Plex Mono" panose="020B0509050203000203" pitchFamily="49" charset="77"/>
              </a:rPr>
              <a:t>Health access</a:t>
            </a:r>
            <a:r>
              <a:rPr lang="en-CN" sz="900" b="0" dirty="0">
                <a:solidFill>
                  <a:srgbClr val="3B3B3B"/>
                </a:solidFill>
                <a:effectLst/>
                <a:latin typeface="IBM Plex Mono" panose="020B0509050203000203" pitchFamily="49" charset="77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0" dirty="0">
                <a:solidFill>
                  <a:srgbClr val="3B3B3B"/>
                </a:solidFill>
                <a:effectLst/>
                <a:latin typeface="IBM Plex Mono" panose="020B0509050203000203" pitchFamily="49" charset="77"/>
              </a:rPr>
              <a:t>Disease burden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B3B3B"/>
                </a:solidFill>
                <a:latin typeface="IBM Plex Mono" panose="020B0509050203000203" pitchFamily="49" charset="77"/>
              </a:rPr>
              <a:t>Air Monitoring</a:t>
            </a:r>
            <a:endParaRPr lang="en-US" sz="900" b="0" dirty="0">
              <a:solidFill>
                <a:srgbClr val="3B3B3B"/>
              </a:solidFill>
              <a:effectLst/>
              <a:latin typeface="IBM Plex Mono" panose="020B0509050203000203" pitchFamily="49" charset="77"/>
            </a:endParaRPr>
          </a:p>
        </p:txBody>
      </p:sp>
      <p:cxnSp>
        <p:nvCxnSpPr>
          <p:cNvPr id="192" name="Connector 65">
            <a:extLst>
              <a:ext uri="{FF2B5EF4-FFF2-40B4-BE49-F238E27FC236}">
                <a16:creationId xmlns:a16="http://schemas.microsoft.com/office/drawing/2014/main" id="{249D8119-E6BE-8D75-1093-BCD1BB804C40}"/>
              </a:ext>
            </a:extLst>
          </p:cNvPr>
          <p:cNvCxnSpPr>
            <a:cxnSpLocks/>
          </p:cNvCxnSpPr>
          <p:nvPr/>
        </p:nvCxnSpPr>
        <p:spPr>
          <a:xfrm flipV="1">
            <a:off x="630282" y="475285"/>
            <a:ext cx="0" cy="419961"/>
          </a:xfrm>
          <a:prstGeom prst="line">
            <a:avLst/>
          </a:prstGeom>
          <a:ln w="20320">
            <a:solidFill>
              <a:srgbClr val="1C1B18"/>
            </a:solidFill>
            <a:headEnd type="triangle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15FD90C8-A398-984F-F274-2B0AC4C7C47A}"/>
              </a:ext>
            </a:extLst>
          </p:cNvPr>
          <p:cNvSpPr txBox="1"/>
          <p:nvPr/>
        </p:nvSpPr>
        <p:spPr>
          <a:xfrm>
            <a:off x="679475" y="463619"/>
            <a:ext cx="572384" cy="355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dirty="0">
                <a:solidFill>
                  <a:srgbClr val="1C1B18"/>
                </a:solidFill>
                <a:latin typeface="IBM Plex Mono" panose="020B0509050203000203" pitchFamily="49" charset="77"/>
              </a:rPr>
              <a:t>Probe</a:t>
            </a:r>
          </a:p>
        </p:txBody>
      </p:sp>
      <p:cxnSp>
        <p:nvCxnSpPr>
          <p:cNvPr id="197" name="Connector 65">
            <a:extLst>
              <a:ext uri="{FF2B5EF4-FFF2-40B4-BE49-F238E27FC236}">
                <a16:creationId xmlns:a16="http://schemas.microsoft.com/office/drawing/2014/main" id="{D6CB6455-A531-F5F3-88BE-0FABEC45CC61}"/>
              </a:ext>
            </a:extLst>
          </p:cNvPr>
          <p:cNvCxnSpPr>
            <a:cxnSpLocks/>
          </p:cNvCxnSpPr>
          <p:nvPr/>
        </p:nvCxnSpPr>
        <p:spPr>
          <a:xfrm flipV="1">
            <a:off x="3167157" y="486811"/>
            <a:ext cx="0" cy="419961"/>
          </a:xfrm>
          <a:prstGeom prst="line">
            <a:avLst/>
          </a:prstGeom>
          <a:ln w="20320">
            <a:solidFill>
              <a:srgbClr val="1C1B18"/>
            </a:solidFill>
            <a:headEnd type="triangle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56F524E2-2081-F0C8-44FF-57D2D404FC69}"/>
              </a:ext>
            </a:extLst>
          </p:cNvPr>
          <p:cNvSpPr txBox="1"/>
          <p:nvPr/>
        </p:nvSpPr>
        <p:spPr>
          <a:xfrm>
            <a:off x="3238122" y="475145"/>
            <a:ext cx="572384" cy="355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dirty="0">
                <a:solidFill>
                  <a:srgbClr val="1C1B18"/>
                </a:solidFill>
                <a:latin typeface="IBM Plex Mono" panose="020B0509050203000203" pitchFamily="49" charset="77"/>
              </a:rPr>
              <a:t>Price</a:t>
            </a:r>
          </a:p>
        </p:txBody>
      </p:sp>
      <p:cxnSp>
        <p:nvCxnSpPr>
          <p:cNvPr id="199" name="Connector 65">
            <a:extLst>
              <a:ext uri="{FF2B5EF4-FFF2-40B4-BE49-F238E27FC236}">
                <a16:creationId xmlns:a16="http://schemas.microsoft.com/office/drawing/2014/main" id="{7B1BAE8C-3E60-5887-A3AA-9C0D1C80FB1A}"/>
              </a:ext>
            </a:extLst>
          </p:cNvPr>
          <p:cNvCxnSpPr>
            <a:cxnSpLocks/>
            <a:stCxn id="146" idx="3"/>
          </p:cNvCxnSpPr>
          <p:nvPr/>
        </p:nvCxnSpPr>
        <p:spPr>
          <a:xfrm>
            <a:off x="3707346" y="179252"/>
            <a:ext cx="890295" cy="0"/>
          </a:xfrm>
          <a:prstGeom prst="line">
            <a:avLst/>
          </a:prstGeom>
          <a:ln w="20320">
            <a:solidFill>
              <a:srgbClr val="1C1B18"/>
            </a:solidFill>
            <a:headEnd type="none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E79580B1-D24F-F4AF-9D4D-30AC985225B6}"/>
              </a:ext>
            </a:extLst>
          </p:cNvPr>
          <p:cNvSpPr txBox="1"/>
          <p:nvPr/>
        </p:nvSpPr>
        <p:spPr>
          <a:xfrm>
            <a:off x="3756539" y="-177869"/>
            <a:ext cx="818340" cy="3557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200000"/>
              </a:lnSpc>
              <a:defRPr sz="1000">
                <a:solidFill>
                  <a:srgbClr val="1C1B18"/>
                </a:solidFill>
                <a:latin typeface="IBM Plex Mono" panose="020B0509050203000203" pitchFamily="49" charset="77"/>
              </a:defRPr>
            </a:lvl1pPr>
          </a:lstStyle>
          <a:p>
            <a:r>
              <a:rPr lang="en-US" dirty="0"/>
              <a:t>retrieve</a:t>
            </a:r>
          </a:p>
        </p:txBody>
      </p:sp>
      <p:cxnSp>
        <p:nvCxnSpPr>
          <p:cNvPr id="205" name="Connector 65">
            <a:extLst>
              <a:ext uri="{FF2B5EF4-FFF2-40B4-BE49-F238E27FC236}">
                <a16:creationId xmlns:a16="http://schemas.microsoft.com/office/drawing/2014/main" id="{D275A9DE-B2EB-DADA-B1A2-21E986B9FADD}"/>
              </a:ext>
            </a:extLst>
          </p:cNvPr>
          <p:cNvCxnSpPr>
            <a:cxnSpLocks/>
          </p:cNvCxnSpPr>
          <p:nvPr/>
        </p:nvCxnSpPr>
        <p:spPr>
          <a:xfrm flipV="1">
            <a:off x="630282" y="2598206"/>
            <a:ext cx="0" cy="387241"/>
          </a:xfrm>
          <a:prstGeom prst="line">
            <a:avLst/>
          </a:prstGeom>
          <a:ln w="20320">
            <a:solidFill>
              <a:srgbClr val="1C1B18"/>
            </a:solidFill>
            <a:headEnd type="triangle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65">
            <a:extLst>
              <a:ext uri="{FF2B5EF4-FFF2-40B4-BE49-F238E27FC236}">
                <a16:creationId xmlns:a16="http://schemas.microsoft.com/office/drawing/2014/main" id="{E516624E-7FC7-B599-AAB8-60E7441CD01B}"/>
              </a:ext>
            </a:extLst>
          </p:cNvPr>
          <p:cNvCxnSpPr>
            <a:cxnSpLocks/>
          </p:cNvCxnSpPr>
          <p:nvPr/>
        </p:nvCxnSpPr>
        <p:spPr>
          <a:xfrm flipV="1">
            <a:off x="2371996" y="2598206"/>
            <a:ext cx="0" cy="387241"/>
          </a:xfrm>
          <a:prstGeom prst="line">
            <a:avLst/>
          </a:prstGeom>
          <a:ln w="20320">
            <a:solidFill>
              <a:srgbClr val="1C1B18"/>
            </a:solidFill>
            <a:headEnd type="triangle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0F308BE2-004B-2785-7D40-90D2300D8698}"/>
              </a:ext>
            </a:extLst>
          </p:cNvPr>
          <p:cNvSpPr txBox="1"/>
          <p:nvPr/>
        </p:nvSpPr>
        <p:spPr>
          <a:xfrm>
            <a:off x="634609" y="2573018"/>
            <a:ext cx="763991" cy="355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dirty="0">
                <a:solidFill>
                  <a:srgbClr val="1C1B18"/>
                </a:solidFill>
                <a:latin typeface="IBM Plex Mono" panose="020B0509050203000203" pitchFamily="49" charset="77"/>
              </a:rPr>
              <a:t>Decide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2400DCDF-A8B4-B4A6-369A-1FFA0EA98D12}"/>
              </a:ext>
            </a:extLst>
          </p:cNvPr>
          <p:cNvSpPr txBox="1"/>
          <p:nvPr/>
        </p:nvSpPr>
        <p:spPr>
          <a:xfrm>
            <a:off x="2385220" y="2562280"/>
            <a:ext cx="763991" cy="355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dirty="0">
                <a:solidFill>
                  <a:srgbClr val="1C1B18"/>
                </a:solidFill>
                <a:latin typeface="IBM Plex Mono" panose="020B0509050203000203" pitchFamily="49" charset="77"/>
              </a:rPr>
              <a:t>Decide</a:t>
            </a:r>
          </a:p>
        </p:txBody>
      </p:sp>
      <p:cxnSp>
        <p:nvCxnSpPr>
          <p:cNvPr id="211" name="Connector 66">
            <a:extLst>
              <a:ext uri="{FF2B5EF4-FFF2-40B4-BE49-F238E27FC236}">
                <a16:creationId xmlns:a16="http://schemas.microsoft.com/office/drawing/2014/main" id="{16126BDC-AD36-D9DF-C52C-1BE982177E00}"/>
              </a:ext>
            </a:extLst>
          </p:cNvPr>
          <p:cNvCxnSpPr>
            <a:cxnSpLocks/>
          </p:cNvCxnSpPr>
          <p:nvPr/>
        </p:nvCxnSpPr>
        <p:spPr>
          <a:xfrm flipV="1">
            <a:off x="4448659" y="2478535"/>
            <a:ext cx="0" cy="294753"/>
          </a:xfrm>
          <a:prstGeom prst="line">
            <a:avLst/>
          </a:prstGeom>
          <a:ln w="20320">
            <a:solidFill>
              <a:srgbClr val="C00000"/>
            </a:solidFill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66">
            <a:extLst>
              <a:ext uri="{FF2B5EF4-FFF2-40B4-BE49-F238E27FC236}">
                <a16:creationId xmlns:a16="http://schemas.microsoft.com/office/drawing/2014/main" id="{900D5EAC-1185-ABE7-BDF6-E5C52097BDE1}"/>
              </a:ext>
            </a:extLst>
          </p:cNvPr>
          <p:cNvCxnSpPr>
            <a:cxnSpLocks/>
          </p:cNvCxnSpPr>
          <p:nvPr/>
        </p:nvCxnSpPr>
        <p:spPr>
          <a:xfrm>
            <a:off x="3905378" y="2777012"/>
            <a:ext cx="543281" cy="0"/>
          </a:xfrm>
          <a:prstGeom prst="line">
            <a:avLst/>
          </a:prstGeom>
          <a:ln w="20320">
            <a:solidFill>
              <a:srgbClr val="C00000"/>
            </a:solidFill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66">
            <a:extLst>
              <a:ext uri="{FF2B5EF4-FFF2-40B4-BE49-F238E27FC236}">
                <a16:creationId xmlns:a16="http://schemas.microsoft.com/office/drawing/2014/main" id="{5C54487A-0CBE-0FE3-AF16-F4FFBD8A744A}"/>
              </a:ext>
            </a:extLst>
          </p:cNvPr>
          <p:cNvCxnSpPr>
            <a:cxnSpLocks/>
          </p:cNvCxnSpPr>
          <p:nvPr/>
        </p:nvCxnSpPr>
        <p:spPr>
          <a:xfrm>
            <a:off x="4448659" y="2488233"/>
            <a:ext cx="175031" cy="0"/>
          </a:xfrm>
          <a:prstGeom prst="line">
            <a:avLst/>
          </a:prstGeom>
          <a:ln w="2032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A12720B9-B2C0-01DB-C16E-CD89F14F87EB}"/>
              </a:ext>
            </a:extLst>
          </p:cNvPr>
          <p:cNvSpPr/>
          <p:nvPr/>
        </p:nvSpPr>
        <p:spPr>
          <a:xfrm>
            <a:off x="5731060" y="845325"/>
            <a:ext cx="701261" cy="513992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6510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53B4BAD-2DAE-8A68-AB55-3E953B0D6F58}"/>
              </a:ext>
            </a:extLst>
          </p:cNvPr>
          <p:cNvSpPr txBox="1"/>
          <p:nvPr/>
        </p:nvSpPr>
        <p:spPr>
          <a:xfrm>
            <a:off x="5717302" y="903245"/>
            <a:ext cx="715867" cy="392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900" b="1" dirty="0">
                <a:latin typeface="IBM Plex Mono" panose="020B0509050203000203" pitchFamily="49" charset="77"/>
              </a:rPr>
              <a:t>L2</a:t>
            </a:r>
          </a:p>
          <a:p>
            <a:pPr algn="ctr">
              <a:lnSpc>
                <a:spcPct val="150000"/>
              </a:lnSpc>
            </a:pPr>
            <a:r>
              <a:rPr lang="en-US" sz="900" b="1" dirty="0">
                <a:latin typeface="IBM Plex Mono" panose="020B0509050203000203" pitchFamily="49" charset="77"/>
              </a:rPr>
              <a:t>Compile</a:t>
            </a:r>
            <a:endParaRPr sz="900" b="1" i="0" dirty="0">
              <a:latin typeface="IBM Plex Mono" panose="020B0509050203000203" pitchFamily="49" charset="77"/>
            </a:endParaRPr>
          </a:p>
        </p:txBody>
      </p:sp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76D11BB5-763A-66E1-EDD2-498B2B9DC2BA}"/>
              </a:ext>
            </a:extLst>
          </p:cNvPr>
          <p:cNvSpPr/>
          <p:nvPr/>
        </p:nvSpPr>
        <p:spPr>
          <a:xfrm>
            <a:off x="6671002" y="827414"/>
            <a:ext cx="701261" cy="513992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6510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236" name="Rounded Rectangle 235">
            <a:extLst>
              <a:ext uri="{FF2B5EF4-FFF2-40B4-BE49-F238E27FC236}">
                <a16:creationId xmlns:a16="http://schemas.microsoft.com/office/drawing/2014/main" id="{7EA9A6ED-1720-BC6E-0F3A-AAE38DB0116B}"/>
              </a:ext>
            </a:extLst>
          </p:cNvPr>
          <p:cNvSpPr/>
          <p:nvPr/>
        </p:nvSpPr>
        <p:spPr>
          <a:xfrm>
            <a:off x="7591541" y="847284"/>
            <a:ext cx="701261" cy="513992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6510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237" name="Rounded Rectangle 236">
            <a:extLst>
              <a:ext uri="{FF2B5EF4-FFF2-40B4-BE49-F238E27FC236}">
                <a16:creationId xmlns:a16="http://schemas.microsoft.com/office/drawing/2014/main" id="{71E1DFDA-2EB1-C67B-432F-BC664A75FCA2}"/>
              </a:ext>
            </a:extLst>
          </p:cNvPr>
          <p:cNvSpPr/>
          <p:nvPr/>
        </p:nvSpPr>
        <p:spPr>
          <a:xfrm>
            <a:off x="5145082" y="1674768"/>
            <a:ext cx="701261" cy="513992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6510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238" name="Rounded Rectangle 237">
            <a:extLst>
              <a:ext uri="{FF2B5EF4-FFF2-40B4-BE49-F238E27FC236}">
                <a16:creationId xmlns:a16="http://schemas.microsoft.com/office/drawing/2014/main" id="{580757F3-0591-C84B-3DA4-353A25F5AF01}"/>
              </a:ext>
            </a:extLst>
          </p:cNvPr>
          <p:cNvSpPr/>
          <p:nvPr/>
        </p:nvSpPr>
        <p:spPr>
          <a:xfrm>
            <a:off x="6154794" y="1673380"/>
            <a:ext cx="701261" cy="513992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6510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239" name="Rounded Rectangle 238">
            <a:extLst>
              <a:ext uri="{FF2B5EF4-FFF2-40B4-BE49-F238E27FC236}">
                <a16:creationId xmlns:a16="http://schemas.microsoft.com/office/drawing/2014/main" id="{3C6037AD-E3A3-D818-9B1E-14A55850B0C2}"/>
              </a:ext>
            </a:extLst>
          </p:cNvPr>
          <p:cNvSpPr/>
          <p:nvPr/>
        </p:nvSpPr>
        <p:spPr>
          <a:xfrm>
            <a:off x="7280879" y="1673380"/>
            <a:ext cx="701261" cy="513992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6510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5AC27B8-C613-9D5B-8CAA-CD03D5FA49B3}"/>
              </a:ext>
            </a:extLst>
          </p:cNvPr>
          <p:cNvSpPr txBox="1"/>
          <p:nvPr/>
        </p:nvSpPr>
        <p:spPr>
          <a:xfrm>
            <a:off x="6683861" y="893730"/>
            <a:ext cx="688402" cy="392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900" b="1" dirty="0">
                <a:latin typeface="IBM Plex Mono" panose="020B0509050203000203" pitchFamily="49" charset="77"/>
              </a:rPr>
              <a:t>L3</a:t>
            </a:r>
          </a:p>
          <a:p>
            <a:pPr algn="ctr">
              <a:lnSpc>
                <a:spcPct val="150000"/>
              </a:lnSpc>
            </a:pPr>
            <a:r>
              <a:rPr lang="en-US" sz="900" b="1" dirty="0">
                <a:latin typeface="IBM Plex Mono" panose="020B0509050203000203" pitchFamily="49" charset="77"/>
              </a:rPr>
              <a:t>Solve</a:t>
            </a:r>
            <a:endParaRPr sz="900" b="1" i="0" dirty="0">
              <a:latin typeface="IBM Plex Mono" panose="020B0509050203000203" pitchFamily="49" charset="7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1C62664-2F10-22F8-2CE9-9B3E245CFA65}"/>
              </a:ext>
            </a:extLst>
          </p:cNvPr>
          <p:cNvSpPr txBox="1"/>
          <p:nvPr/>
        </p:nvSpPr>
        <p:spPr>
          <a:xfrm>
            <a:off x="7591541" y="903244"/>
            <a:ext cx="697066" cy="392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900" b="1" dirty="0">
                <a:latin typeface="IBM Plex Mono" panose="020B0509050203000203" pitchFamily="49" charset="77"/>
              </a:rPr>
              <a:t>L4</a:t>
            </a:r>
          </a:p>
          <a:p>
            <a:pPr algn="ctr">
              <a:lnSpc>
                <a:spcPct val="150000"/>
              </a:lnSpc>
            </a:pPr>
            <a:r>
              <a:rPr lang="en-US" sz="900" b="1" dirty="0" err="1">
                <a:latin typeface="IBM Plex Mono" panose="020B0509050203000203" pitchFamily="49" charset="77"/>
              </a:rPr>
              <a:t>Overide</a:t>
            </a:r>
            <a:endParaRPr sz="900" b="1" i="0" dirty="0">
              <a:latin typeface="IBM Plex Mono" panose="020B0509050203000203" pitchFamily="49" charset="7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50B1BFA-72DB-F983-C7CD-50ED93B51A73}"/>
              </a:ext>
            </a:extLst>
          </p:cNvPr>
          <p:cNvSpPr txBox="1"/>
          <p:nvPr/>
        </p:nvSpPr>
        <p:spPr>
          <a:xfrm>
            <a:off x="6147013" y="1731797"/>
            <a:ext cx="709041" cy="392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900" b="1" dirty="0">
                <a:latin typeface="IBM Plex Mono" panose="020B0509050203000203" pitchFamily="49" charset="77"/>
              </a:rPr>
              <a:t>L6</a:t>
            </a:r>
          </a:p>
          <a:p>
            <a:pPr algn="ctr">
              <a:lnSpc>
                <a:spcPct val="150000"/>
              </a:lnSpc>
            </a:pPr>
            <a:r>
              <a:rPr lang="en-US" sz="900" b="1" dirty="0">
                <a:latin typeface="IBM Plex Mono" panose="020B0509050203000203" pitchFamily="49" charset="77"/>
              </a:rPr>
              <a:t>Report</a:t>
            </a:r>
            <a:endParaRPr sz="900" b="1" i="0" dirty="0">
              <a:latin typeface="IBM Plex Mono" panose="020B0509050203000203" pitchFamily="49" charset="7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557A87F-96EB-E48C-038D-F193E04011B7}"/>
              </a:ext>
            </a:extLst>
          </p:cNvPr>
          <p:cNvSpPr txBox="1"/>
          <p:nvPr/>
        </p:nvSpPr>
        <p:spPr>
          <a:xfrm>
            <a:off x="5140167" y="1749211"/>
            <a:ext cx="701237" cy="392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900" b="1" dirty="0">
                <a:latin typeface="IBM Plex Mono" panose="020B0509050203000203" pitchFamily="49" charset="77"/>
              </a:rPr>
              <a:t>L7</a:t>
            </a:r>
          </a:p>
          <a:p>
            <a:pPr algn="ctr">
              <a:lnSpc>
                <a:spcPct val="150000"/>
              </a:lnSpc>
            </a:pPr>
            <a:r>
              <a:rPr lang="en-US" sz="900" b="1" i="0" dirty="0">
                <a:effectLst/>
                <a:latin typeface="IBM Plex Mono" panose="020B0509050203000203" pitchFamily="49" charset="77"/>
              </a:rPr>
              <a:t>manifest</a:t>
            </a:r>
            <a:endParaRPr sz="900" b="1" i="0" dirty="0">
              <a:latin typeface="IBM Plex Mono" panose="020B0509050203000203" pitchFamily="49" charset="7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5BD9885-81A0-0722-E5BD-A72BD6D3D73D}"/>
              </a:ext>
            </a:extLst>
          </p:cNvPr>
          <p:cNvSpPr txBox="1"/>
          <p:nvPr/>
        </p:nvSpPr>
        <p:spPr>
          <a:xfrm>
            <a:off x="7280878" y="1731555"/>
            <a:ext cx="701261" cy="392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900" b="1" dirty="0">
                <a:latin typeface="IBM Plex Mono" panose="020B0509050203000203" pitchFamily="49" charset="77"/>
              </a:rPr>
              <a:t>L5</a:t>
            </a:r>
          </a:p>
          <a:p>
            <a:pPr algn="ctr">
              <a:lnSpc>
                <a:spcPct val="150000"/>
              </a:lnSpc>
            </a:pPr>
            <a:r>
              <a:rPr lang="en-US" sz="900" b="1" dirty="0">
                <a:latin typeface="IBM Plex Mono" panose="020B0509050203000203" pitchFamily="49" charset="77"/>
              </a:rPr>
              <a:t>Evaluate</a:t>
            </a:r>
            <a:endParaRPr sz="900" b="1" i="0" dirty="0">
              <a:latin typeface="IBM Plex Mono" panose="020B0509050203000203" pitchFamily="49" charset="77"/>
            </a:endParaRPr>
          </a:p>
        </p:txBody>
      </p:sp>
      <p:cxnSp>
        <p:nvCxnSpPr>
          <p:cNvPr id="240" name="Connector 66">
            <a:extLst>
              <a:ext uri="{FF2B5EF4-FFF2-40B4-BE49-F238E27FC236}">
                <a16:creationId xmlns:a16="http://schemas.microsoft.com/office/drawing/2014/main" id="{3F935654-17EE-C2E8-6868-084B92BCDB77}"/>
              </a:ext>
            </a:extLst>
          </p:cNvPr>
          <p:cNvCxnSpPr>
            <a:cxnSpLocks/>
            <a:stCxn id="32" idx="3"/>
            <a:endCxn id="107" idx="1"/>
          </p:cNvCxnSpPr>
          <p:nvPr/>
        </p:nvCxnSpPr>
        <p:spPr>
          <a:xfrm flipV="1">
            <a:off x="5492379" y="1099677"/>
            <a:ext cx="224923" cy="3969"/>
          </a:xfrm>
          <a:prstGeom prst="line">
            <a:avLst/>
          </a:prstGeom>
          <a:ln w="1651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66">
            <a:extLst>
              <a:ext uri="{FF2B5EF4-FFF2-40B4-BE49-F238E27FC236}">
                <a16:creationId xmlns:a16="http://schemas.microsoft.com/office/drawing/2014/main" id="{83715B9D-A3B7-A206-E350-3310CFEB1CA1}"/>
              </a:ext>
            </a:extLst>
          </p:cNvPr>
          <p:cNvCxnSpPr>
            <a:cxnSpLocks/>
          </p:cNvCxnSpPr>
          <p:nvPr/>
        </p:nvCxnSpPr>
        <p:spPr>
          <a:xfrm flipV="1">
            <a:off x="6433383" y="1119204"/>
            <a:ext cx="224923" cy="3969"/>
          </a:xfrm>
          <a:prstGeom prst="line">
            <a:avLst/>
          </a:prstGeom>
          <a:ln w="1651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66">
            <a:extLst>
              <a:ext uri="{FF2B5EF4-FFF2-40B4-BE49-F238E27FC236}">
                <a16:creationId xmlns:a16="http://schemas.microsoft.com/office/drawing/2014/main" id="{FA3FC89C-32C5-7811-ED81-5406722CA3D7}"/>
              </a:ext>
            </a:extLst>
          </p:cNvPr>
          <p:cNvCxnSpPr>
            <a:cxnSpLocks/>
          </p:cNvCxnSpPr>
          <p:nvPr/>
        </p:nvCxnSpPr>
        <p:spPr>
          <a:xfrm flipV="1">
            <a:off x="7362423" y="1132146"/>
            <a:ext cx="224923" cy="3969"/>
          </a:xfrm>
          <a:prstGeom prst="line">
            <a:avLst/>
          </a:prstGeom>
          <a:ln w="1651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66">
            <a:extLst>
              <a:ext uri="{FF2B5EF4-FFF2-40B4-BE49-F238E27FC236}">
                <a16:creationId xmlns:a16="http://schemas.microsoft.com/office/drawing/2014/main" id="{1E5DF429-6D4E-7816-AAA5-EC232F413936}"/>
              </a:ext>
            </a:extLst>
          </p:cNvPr>
          <p:cNvCxnSpPr>
            <a:cxnSpLocks/>
            <a:endCxn id="239" idx="0"/>
          </p:cNvCxnSpPr>
          <p:nvPr/>
        </p:nvCxnSpPr>
        <p:spPr>
          <a:xfrm flipH="1">
            <a:off x="7631510" y="1369749"/>
            <a:ext cx="350629" cy="303631"/>
          </a:xfrm>
          <a:prstGeom prst="line">
            <a:avLst/>
          </a:prstGeom>
          <a:ln w="1651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66">
            <a:extLst>
              <a:ext uri="{FF2B5EF4-FFF2-40B4-BE49-F238E27FC236}">
                <a16:creationId xmlns:a16="http://schemas.microsoft.com/office/drawing/2014/main" id="{59247127-FF1E-8A19-09BB-46C634529D50}"/>
              </a:ext>
            </a:extLst>
          </p:cNvPr>
          <p:cNvCxnSpPr>
            <a:cxnSpLocks/>
            <a:stCxn id="114" idx="1"/>
            <a:endCxn id="118" idx="3"/>
          </p:cNvCxnSpPr>
          <p:nvPr/>
        </p:nvCxnSpPr>
        <p:spPr>
          <a:xfrm flipH="1">
            <a:off x="6856054" y="1927987"/>
            <a:ext cx="424824" cy="242"/>
          </a:xfrm>
          <a:prstGeom prst="line">
            <a:avLst/>
          </a:prstGeom>
          <a:ln w="1651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66">
            <a:extLst>
              <a:ext uri="{FF2B5EF4-FFF2-40B4-BE49-F238E27FC236}">
                <a16:creationId xmlns:a16="http://schemas.microsoft.com/office/drawing/2014/main" id="{90C9E550-8980-DBA7-32C5-DBEBB0A43434}"/>
              </a:ext>
            </a:extLst>
          </p:cNvPr>
          <p:cNvCxnSpPr>
            <a:cxnSpLocks/>
            <a:stCxn id="118" idx="1"/>
            <a:endCxn id="237" idx="3"/>
          </p:cNvCxnSpPr>
          <p:nvPr/>
        </p:nvCxnSpPr>
        <p:spPr>
          <a:xfrm flipH="1">
            <a:off x="5846343" y="1928229"/>
            <a:ext cx="300670" cy="3535"/>
          </a:xfrm>
          <a:prstGeom prst="line">
            <a:avLst/>
          </a:prstGeom>
          <a:ln w="16510">
            <a:solidFill>
              <a:srgbClr val="A85B1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69">
            <a:extLst>
              <a:ext uri="{FF2B5EF4-FFF2-40B4-BE49-F238E27FC236}">
                <a16:creationId xmlns:a16="http://schemas.microsoft.com/office/drawing/2014/main" id="{FEB13737-6B84-3E22-EDE0-D5DA4A36C708}"/>
              </a:ext>
            </a:extLst>
          </p:cNvPr>
          <p:cNvCxnSpPr>
            <a:cxnSpLocks/>
          </p:cNvCxnSpPr>
          <p:nvPr/>
        </p:nvCxnSpPr>
        <p:spPr>
          <a:xfrm>
            <a:off x="5841404" y="2620176"/>
            <a:ext cx="0" cy="414397"/>
          </a:xfrm>
          <a:prstGeom prst="line">
            <a:avLst/>
          </a:prstGeom>
          <a:ln w="20320">
            <a:solidFill>
              <a:schemeClr val="tx1"/>
            </a:solidFill>
            <a:prstDash val="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69">
            <a:extLst>
              <a:ext uri="{FF2B5EF4-FFF2-40B4-BE49-F238E27FC236}">
                <a16:creationId xmlns:a16="http://schemas.microsoft.com/office/drawing/2014/main" id="{1032818A-026C-8667-C8C1-3A1DC4D6D970}"/>
              </a:ext>
            </a:extLst>
          </p:cNvPr>
          <p:cNvCxnSpPr>
            <a:cxnSpLocks/>
          </p:cNvCxnSpPr>
          <p:nvPr/>
        </p:nvCxnSpPr>
        <p:spPr>
          <a:xfrm>
            <a:off x="7731322" y="2628900"/>
            <a:ext cx="0" cy="438167"/>
          </a:xfrm>
          <a:prstGeom prst="line">
            <a:avLst/>
          </a:prstGeom>
          <a:ln w="20320">
            <a:solidFill>
              <a:schemeClr val="tx1"/>
            </a:solidFill>
            <a:prstDash val="dash"/>
            <a:head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69">
            <a:extLst>
              <a:ext uri="{FF2B5EF4-FFF2-40B4-BE49-F238E27FC236}">
                <a16:creationId xmlns:a16="http://schemas.microsoft.com/office/drawing/2014/main" id="{E67082AD-D84E-B5DD-2825-8D582C8BC0C2}"/>
              </a:ext>
            </a:extLst>
          </p:cNvPr>
          <p:cNvCxnSpPr>
            <a:cxnSpLocks/>
          </p:cNvCxnSpPr>
          <p:nvPr/>
        </p:nvCxnSpPr>
        <p:spPr>
          <a:xfrm>
            <a:off x="7940074" y="2628900"/>
            <a:ext cx="0" cy="414397"/>
          </a:xfrm>
          <a:prstGeom prst="line">
            <a:avLst/>
          </a:prstGeom>
          <a:ln w="20320">
            <a:solidFill>
              <a:schemeClr val="tx1"/>
            </a:solidFill>
            <a:prstDash val="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A41B3658-1B23-4FED-A838-A35CDD5FD81C}"/>
              </a:ext>
            </a:extLst>
          </p:cNvPr>
          <p:cNvSpPr txBox="1"/>
          <p:nvPr/>
        </p:nvSpPr>
        <p:spPr>
          <a:xfrm>
            <a:off x="6921391" y="2614497"/>
            <a:ext cx="768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solidFill>
                  <a:srgbClr val="1C1B18"/>
                </a:solidFill>
                <a:latin typeface="IBM Plex Mono" panose="020B0509050203000203" pitchFamily="49" charset="77"/>
              </a:rPr>
              <a:t>VETO/PIN/</a:t>
            </a:r>
          </a:p>
          <a:p>
            <a:pPr algn="r"/>
            <a:r>
              <a:rPr lang="en-US" sz="800" dirty="0">
                <a:solidFill>
                  <a:srgbClr val="1C1B18"/>
                </a:solidFill>
                <a:latin typeface="IBM Plex Mono" panose="020B0509050203000203" pitchFamily="49" charset="77"/>
              </a:rPr>
              <a:t>REWEIGHT/</a:t>
            </a:r>
          </a:p>
          <a:p>
            <a:pPr algn="r"/>
            <a:r>
              <a:rPr lang="en-US" sz="800" dirty="0">
                <a:solidFill>
                  <a:srgbClr val="1C1B18"/>
                </a:solidFill>
                <a:latin typeface="IBM Plex Mono" panose="020B0509050203000203" pitchFamily="49" charset="77"/>
              </a:rPr>
              <a:t>RESCOPE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FFBDEF7A-4F90-3297-C8D9-E3837F47C265}"/>
              </a:ext>
            </a:extLst>
          </p:cNvPr>
          <p:cNvSpPr txBox="1"/>
          <p:nvPr/>
        </p:nvSpPr>
        <p:spPr>
          <a:xfrm>
            <a:off x="4817304" y="2629295"/>
            <a:ext cx="843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800" dirty="0">
                <a:solidFill>
                  <a:srgbClr val="1C1B18"/>
                </a:solidFill>
                <a:latin typeface="IBM Plex Mono" panose="020B0509050203000203" pitchFamily="49" charset="77"/>
              </a:rPr>
              <a:t>Accept/</a:t>
            </a:r>
          </a:p>
          <a:p>
            <a:pPr algn="r"/>
            <a:r>
              <a:rPr lang="en-US" sz="80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Revide</a:t>
            </a:r>
            <a:r>
              <a:rPr lang="en-US" sz="800" dirty="0">
                <a:solidFill>
                  <a:srgbClr val="1C1B18"/>
                </a:solidFill>
                <a:latin typeface="IBM Plex Mono" panose="020B0509050203000203" pitchFamily="49" charset="77"/>
              </a:rPr>
              <a:t>/</a:t>
            </a:r>
          </a:p>
          <a:p>
            <a:pPr algn="r"/>
            <a:r>
              <a:rPr lang="en-US" sz="800" dirty="0">
                <a:solidFill>
                  <a:srgbClr val="1C1B18"/>
                </a:solidFill>
                <a:latin typeface="IBM Plex Mono" panose="020B0509050203000203" pitchFamily="49" charset="77"/>
              </a:rPr>
              <a:t>Unreadable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15157D7-B7CD-8E37-68FD-B913CEB0AFC1}"/>
              </a:ext>
            </a:extLst>
          </p:cNvPr>
          <p:cNvSpPr txBox="1"/>
          <p:nvPr/>
        </p:nvSpPr>
        <p:spPr>
          <a:xfrm>
            <a:off x="5855042" y="2733779"/>
            <a:ext cx="8439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1C1B18"/>
                </a:solidFill>
                <a:latin typeface="IBM Plex Mono" panose="020B0509050203000203" pitchFamily="49" charset="77"/>
              </a:rPr>
              <a:t>Review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C9138CD2-11F2-437D-890F-ABC1DC5A4695}"/>
              </a:ext>
            </a:extLst>
          </p:cNvPr>
          <p:cNvSpPr txBox="1"/>
          <p:nvPr/>
        </p:nvSpPr>
        <p:spPr>
          <a:xfrm>
            <a:off x="7922585" y="2724636"/>
            <a:ext cx="6507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1C1B18"/>
                </a:solidFill>
                <a:latin typeface="IBM Plex Mono" panose="020B0509050203000203" pitchFamily="49" charset="77"/>
              </a:rPr>
              <a:t>Review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FFC80B04-0127-BD7A-46B7-713DF44CFBFB}"/>
              </a:ext>
            </a:extLst>
          </p:cNvPr>
          <p:cNvSpPr txBox="1"/>
          <p:nvPr/>
        </p:nvSpPr>
        <p:spPr>
          <a:xfrm>
            <a:off x="8927673" y="163124"/>
            <a:ext cx="16244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1200" b="1" dirty="0">
                <a:solidFill>
                  <a:srgbClr val="1C1B18"/>
                </a:solidFill>
                <a:latin typeface="IBM Plex Mono" panose="020B0509050203000203" pitchFamily="49" charset="77"/>
              </a:rPr>
              <a:t>Output</a:t>
            </a:r>
            <a:endParaRPr sz="1200" b="1" dirty="0">
              <a:solidFill>
                <a:srgbClr val="1C1B18"/>
              </a:solidFill>
              <a:latin typeface="IBM Plex Mono" panose="020B0509050203000203" pitchFamily="49" charset="77"/>
            </a:endParaRPr>
          </a:p>
        </p:txBody>
      </p:sp>
      <p:cxnSp>
        <p:nvCxnSpPr>
          <p:cNvPr id="266" name="Connector 26">
            <a:extLst>
              <a:ext uri="{FF2B5EF4-FFF2-40B4-BE49-F238E27FC236}">
                <a16:creationId xmlns:a16="http://schemas.microsoft.com/office/drawing/2014/main" id="{6D6A5A8C-9CCB-35E5-27AC-8DB105380A13}"/>
              </a:ext>
            </a:extLst>
          </p:cNvPr>
          <p:cNvCxnSpPr>
            <a:cxnSpLocks/>
          </p:cNvCxnSpPr>
          <p:nvPr/>
        </p:nvCxnSpPr>
        <p:spPr>
          <a:xfrm>
            <a:off x="9044200" y="483524"/>
            <a:ext cx="1391424" cy="0"/>
          </a:xfrm>
          <a:prstGeom prst="line">
            <a:avLst/>
          </a:prstGeom>
          <a:ln w="11430">
            <a:solidFill>
              <a:srgbClr val="CFCA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362704C1-F85C-8833-E346-285AFD076748}"/>
              </a:ext>
            </a:extLst>
          </p:cNvPr>
          <p:cNvSpPr txBox="1"/>
          <p:nvPr/>
        </p:nvSpPr>
        <p:spPr>
          <a:xfrm>
            <a:off x="9300507" y="574984"/>
            <a:ext cx="1105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IBM Plex Mono" panose="020B0509050203000203" pitchFamily="49" charset="77"/>
              </a:rPr>
              <a:t>TRUTH</a:t>
            </a:r>
            <a:endParaRPr lang="en-US" sz="1200" dirty="0">
              <a:latin typeface="IBM Plex Mono" panose="020B0509050203000203" pitchFamily="49" charset="77"/>
            </a:endParaRPr>
          </a:p>
        </p:txBody>
      </p:sp>
      <p:pic>
        <p:nvPicPr>
          <p:cNvPr id="275" name="Graphic 274">
            <a:extLst>
              <a:ext uri="{FF2B5EF4-FFF2-40B4-BE49-F238E27FC236}">
                <a16:creationId xmlns:a16="http://schemas.microsoft.com/office/drawing/2014/main" id="{1D75DC36-7320-7910-3F76-15C05C8C46E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013377" y="2649561"/>
            <a:ext cx="325677" cy="325677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8062E02A-7593-29A6-5605-D74950B2532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965547" y="1155376"/>
            <a:ext cx="448401" cy="448401"/>
          </a:xfrm>
          <a:prstGeom prst="rect">
            <a:avLst/>
          </a:prstGeom>
        </p:spPr>
      </p:pic>
      <p:pic>
        <p:nvPicPr>
          <p:cNvPr id="279" name="Graphic 278">
            <a:extLst>
              <a:ext uri="{FF2B5EF4-FFF2-40B4-BE49-F238E27FC236}">
                <a16:creationId xmlns:a16="http://schemas.microsoft.com/office/drawing/2014/main" id="{5E917662-01C5-A0D9-738C-E1722FD4318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044843" y="1885153"/>
            <a:ext cx="264526" cy="264526"/>
          </a:xfrm>
          <a:prstGeom prst="rect">
            <a:avLst/>
          </a:prstGeom>
        </p:spPr>
      </p:pic>
      <p:pic>
        <p:nvPicPr>
          <p:cNvPr id="283" name="Graphic 282">
            <a:extLst>
              <a:ext uri="{FF2B5EF4-FFF2-40B4-BE49-F238E27FC236}">
                <a16:creationId xmlns:a16="http://schemas.microsoft.com/office/drawing/2014/main" id="{ADEB77A5-9A88-C369-C9B5-CE25526BDD4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042933" y="577905"/>
            <a:ext cx="263860" cy="263860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0A20CDE0-9791-0A43-A5FC-22B02B7DD2F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020608" y="3734995"/>
            <a:ext cx="334913" cy="334913"/>
          </a:xfrm>
          <a:prstGeom prst="rect">
            <a:avLst/>
          </a:prstGeom>
        </p:spPr>
      </p:pic>
      <p:sp>
        <p:nvSpPr>
          <p:cNvPr id="289" name="TextBox 288">
            <a:extLst>
              <a:ext uri="{FF2B5EF4-FFF2-40B4-BE49-F238E27FC236}">
                <a16:creationId xmlns:a16="http://schemas.microsoft.com/office/drawing/2014/main" id="{3C7B1827-D6FD-0540-B356-AC3262153184}"/>
              </a:ext>
            </a:extLst>
          </p:cNvPr>
          <p:cNvSpPr txBox="1"/>
          <p:nvPr/>
        </p:nvSpPr>
        <p:spPr>
          <a:xfrm>
            <a:off x="9045036" y="861748"/>
            <a:ext cx="133405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1C1B18"/>
                </a:solidFill>
                <a:latin typeface="IBM Plex Mono" panose="020B0509050203000203" pitchFamily="49" charset="77"/>
              </a:rPr>
              <a:t>/</a:t>
            </a:r>
            <a:r>
              <a:rPr lang="en-US" sz="105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results.json</a:t>
            </a:r>
            <a:r>
              <a:rPr lang="en-US" sz="1050" dirty="0">
                <a:solidFill>
                  <a:srgbClr val="1C1B18"/>
                </a:solidFill>
                <a:latin typeface="IBM Plex Mono" panose="020B0509050203000203" pitchFamily="49" charset="77"/>
              </a:rPr>
              <a:t> </a:t>
            </a:r>
            <a:endParaRPr lang="en-CN" sz="1050" dirty="0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163BB6A-E623-91AD-8A4C-9DD6FE59812D}"/>
              </a:ext>
            </a:extLst>
          </p:cNvPr>
          <p:cNvSpPr txBox="1"/>
          <p:nvPr/>
        </p:nvSpPr>
        <p:spPr>
          <a:xfrm>
            <a:off x="9304583" y="1233476"/>
            <a:ext cx="11652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0" i="0">
                <a:effectLst/>
                <a:latin typeface="IBM Plex Mono" panose="020B0509050203000203" pitchFamily="49" charset="77"/>
              </a:defRPr>
            </a:lvl1pPr>
          </a:lstStyle>
          <a:p>
            <a:r>
              <a:rPr lang="en-US" dirty="0"/>
              <a:t>ACCOUNT</a:t>
            </a:r>
            <a:endParaRPr lang="en-CN" dirty="0"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FB9BC232-311C-5AE7-1D17-60AE662676AF}"/>
              </a:ext>
            </a:extLst>
          </p:cNvPr>
          <p:cNvSpPr txBox="1"/>
          <p:nvPr/>
        </p:nvSpPr>
        <p:spPr>
          <a:xfrm>
            <a:off x="9042933" y="1510344"/>
            <a:ext cx="159267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1C1B18"/>
                </a:solidFill>
                <a:latin typeface="IBM Plex Mono" panose="020B0509050203000203" pitchFamily="49" charset="77"/>
              </a:rPr>
              <a:t>/</a:t>
            </a:r>
            <a:r>
              <a:rPr lang="en-US" sz="105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RUN_RECORD.md</a:t>
            </a:r>
            <a:endParaRPr lang="en-CN" sz="1050" dirty="0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EC876831-E0D6-ACE0-8295-4A5D009E8445}"/>
              </a:ext>
            </a:extLst>
          </p:cNvPr>
          <p:cNvSpPr txBox="1"/>
          <p:nvPr/>
        </p:nvSpPr>
        <p:spPr>
          <a:xfrm>
            <a:off x="9304583" y="1872680"/>
            <a:ext cx="1247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0" i="0">
                <a:effectLst/>
                <a:latin typeface="IBM Plex Mono" panose="020B0509050203000203" pitchFamily="49" charset="77"/>
              </a:defRPr>
            </a:lvl1pPr>
          </a:lstStyle>
          <a:p>
            <a:r>
              <a:rPr lang="en-US" dirty="0"/>
              <a:t>DELIVERABLE</a:t>
            </a:r>
            <a:endParaRPr lang="en-CN" dirty="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77923AEC-115B-E546-A7C8-C52A3957BEF6}"/>
              </a:ext>
            </a:extLst>
          </p:cNvPr>
          <p:cNvSpPr txBox="1"/>
          <p:nvPr/>
        </p:nvSpPr>
        <p:spPr>
          <a:xfrm>
            <a:off x="9042933" y="2172698"/>
            <a:ext cx="15926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1C1B18"/>
                </a:solidFill>
                <a:latin typeface="IBM Plex Mono" panose="020B0509050203000203" pitchFamily="49" charset="77"/>
              </a:rPr>
              <a:t>/</a:t>
            </a:r>
            <a:r>
              <a:rPr lang="en-US" sz="90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evidence_bundle.pdf</a:t>
            </a:r>
            <a:r>
              <a:rPr lang="en-US" sz="900" dirty="0">
                <a:solidFill>
                  <a:srgbClr val="1C1B18"/>
                </a:solidFill>
                <a:latin typeface="IBM Plex Mono" panose="020B0509050203000203" pitchFamily="49" charset="77"/>
              </a:rPr>
              <a:t> </a:t>
            </a:r>
          </a:p>
          <a:p>
            <a:r>
              <a:rPr lang="en-US" sz="900" dirty="0">
                <a:solidFill>
                  <a:srgbClr val="1C1B18"/>
                </a:solidFill>
                <a:latin typeface="IBM Plex Mono" panose="020B0509050203000203" pitchFamily="49" charset="77"/>
              </a:rPr>
              <a:t>/</a:t>
            </a:r>
            <a:r>
              <a:rPr lang="en-US" sz="900" dirty="0" err="1">
                <a:solidFill>
                  <a:srgbClr val="1C1B18"/>
                </a:solidFill>
                <a:latin typeface="IBM Plex Mono" panose="020B0509050203000203" pitchFamily="49" charset="77"/>
              </a:rPr>
              <a:t>assessment.pdf</a:t>
            </a:r>
            <a:endParaRPr lang="en-CN" sz="900" dirty="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99BE6780-813C-E2E9-FBF3-7647A82598FA}"/>
              </a:ext>
            </a:extLst>
          </p:cNvPr>
          <p:cNvSpPr txBox="1"/>
          <p:nvPr/>
        </p:nvSpPr>
        <p:spPr>
          <a:xfrm>
            <a:off x="9294521" y="2675220"/>
            <a:ext cx="1247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0" i="0">
                <a:effectLst/>
                <a:latin typeface="IBM Plex Mono" panose="020B0509050203000203" pitchFamily="49" charset="77"/>
              </a:defRPr>
            </a:lvl1pPr>
          </a:lstStyle>
          <a:p>
            <a:r>
              <a:rPr lang="en-US" dirty="0"/>
              <a:t>EVIDENCE</a:t>
            </a:r>
            <a:endParaRPr lang="en-CN" dirty="0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6D9F0666-6FE0-0F5B-20C1-4846FAC3ED88}"/>
              </a:ext>
            </a:extLst>
          </p:cNvPr>
          <p:cNvSpPr txBox="1"/>
          <p:nvPr/>
        </p:nvSpPr>
        <p:spPr>
          <a:xfrm>
            <a:off x="9355521" y="3731578"/>
            <a:ext cx="1247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0" i="0">
                <a:effectLst/>
                <a:latin typeface="IBM Plex Mono" panose="020B0509050203000203" pitchFamily="49" charset="77"/>
              </a:defRPr>
            </a:lvl1pPr>
          </a:lstStyle>
          <a:p>
            <a:r>
              <a:rPr lang="en-US" dirty="0"/>
              <a:t>STATE</a:t>
            </a:r>
            <a:endParaRPr lang="en-CN" dirty="0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FC64A998-B5CB-F30B-2383-6B877CB71C00}"/>
              </a:ext>
            </a:extLst>
          </p:cNvPr>
          <p:cNvSpPr txBox="1"/>
          <p:nvPr/>
        </p:nvSpPr>
        <p:spPr>
          <a:xfrm>
            <a:off x="9057196" y="4056693"/>
            <a:ext cx="15059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IBM Plex Mono" panose="020B0509050203000203" pitchFamily="49" charset="77"/>
              </a:rPr>
              <a:t>/</a:t>
            </a:r>
            <a:r>
              <a:rPr lang="en-US" sz="1000" dirty="0" err="1">
                <a:latin typeface="IBM Plex Mono" panose="020B0509050203000203" pitchFamily="49" charset="77"/>
              </a:rPr>
              <a:t>handoff.json</a:t>
            </a:r>
            <a:endParaRPr lang="en-US" sz="1000" dirty="0">
              <a:solidFill>
                <a:srgbClr val="3B3B3B"/>
              </a:solidFill>
              <a:latin typeface="IBM Plex Mono" panose="020B0509050203000203" pitchFamily="49" charset="77"/>
            </a:endParaRPr>
          </a:p>
          <a:p>
            <a:r>
              <a:rPr lang="en-US" sz="1000" dirty="0">
                <a:solidFill>
                  <a:srgbClr val="3B3B3B"/>
                </a:solidFill>
                <a:latin typeface="IBM Plex Mono" panose="020B0509050203000203" pitchFamily="49" charset="77"/>
              </a:rPr>
              <a:t>/</a:t>
            </a:r>
            <a:r>
              <a:rPr lang="en-US" sz="1000" dirty="0" err="1">
                <a:latin typeface="IBM Plex Mono" panose="020B0509050203000203" pitchFamily="49" charset="77"/>
              </a:rPr>
              <a:t>manifest.json</a:t>
            </a:r>
            <a:endParaRPr lang="en-US" sz="1000" dirty="0">
              <a:solidFill>
                <a:srgbClr val="3B3B3B"/>
              </a:solidFill>
              <a:latin typeface="IBM Plex Mono" panose="020B0509050203000203" pitchFamily="49" charset="77"/>
            </a:endParaRPr>
          </a:p>
          <a:p>
            <a:r>
              <a:rPr lang="en-US" sz="1000" dirty="0">
                <a:solidFill>
                  <a:srgbClr val="3B3B3B"/>
                </a:solidFill>
                <a:latin typeface="IBM Plex Mono" panose="020B0509050203000203" pitchFamily="49" charset="77"/>
              </a:rPr>
              <a:t>/</a:t>
            </a:r>
            <a:r>
              <a:rPr lang="en-US" sz="1000" dirty="0" err="1">
                <a:latin typeface="IBM Plex Mono" panose="020B0509050203000203" pitchFamily="49" charset="77"/>
              </a:rPr>
              <a:t>hook_log.json</a:t>
            </a:r>
            <a:endParaRPr lang="en-US" sz="1000" dirty="0">
              <a:solidFill>
                <a:srgbClr val="3B3B3B"/>
              </a:solidFill>
              <a:latin typeface="IBM Plex Mono" panose="020B0509050203000203" pitchFamily="49" charset="77"/>
            </a:endParaRPr>
          </a:p>
          <a:p>
            <a:r>
              <a:rPr lang="en-US" sz="1000" dirty="0">
                <a:solidFill>
                  <a:srgbClr val="3B3B3B"/>
                </a:solidFill>
                <a:latin typeface="IBM Plex Mono" panose="020B0509050203000203" pitchFamily="49" charset="77"/>
              </a:rPr>
              <a:t>/</a:t>
            </a:r>
            <a:r>
              <a:rPr lang="en-US" sz="1000" dirty="0" err="1">
                <a:latin typeface="IBM Plex Mono" panose="020B0509050203000203" pitchFamily="49" charset="77"/>
              </a:rPr>
              <a:t>MEMORY.md</a:t>
            </a:r>
            <a:endParaRPr lang="en-CN" sz="1000" dirty="0">
              <a:latin typeface="IBM Plex Mono" panose="020B0509050203000203" pitchFamily="49" charset="77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6EBEC991-2C8E-19E0-29DD-A147896696BB}"/>
              </a:ext>
            </a:extLst>
          </p:cNvPr>
          <p:cNvSpPr txBox="1"/>
          <p:nvPr/>
        </p:nvSpPr>
        <p:spPr>
          <a:xfrm>
            <a:off x="9042933" y="3011451"/>
            <a:ext cx="15392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IBM Plex Mono" panose="020B0509050203000203" pitchFamily="49" charset="77"/>
              </a:rPr>
              <a:t>/</a:t>
            </a:r>
            <a:r>
              <a:rPr lang="en-US" sz="900" dirty="0" err="1">
                <a:latin typeface="IBM Plex Mono" panose="020B0509050203000203" pitchFamily="49" charset="77"/>
              </a:rPr>
              <a:t>figures.json</a:t>
            </a:r>
            <a:endParaRPr lang="en-US" sz="900" b="0" i="0" dirty="0">
              <a:solidFill>
                <a:srgbClr val="3B3B3B"/>
              </a:solidFill>
              <a:effectLst/>
              <a:latin typeface="IBM Plex Mono" panose="020B0509050203000203" pitchFamily="49" charset="77"/>
            </a:endParaRPr>
          </a:p>
          <a:p>
            <a:r>
              <a:rPr lang="en-US" sz="900" dirty="0">
                <a:solidFill>
                  <a:srgbClr val="3B3B3B"/>
                </a:solidFill>
                <a:latin typeface="IBM Plex Mono" panose="020B0509050203000203" pitchFamily="49" charset="77"/>
              </a:rPr>
              <a:t>/</a:t>
            </a:r>
            <a:r>
              <a:rPr lang="en-US" sz="900" dirty="0" err="1">
                <a:latin typeface="IBM Plex Mono" panose="020B0509050203000203" pitchFamily="49" charset="77"/>
              </a:rPr>
              <a:t>map_situation.png</a:t>
            </a:r>
            <a:endParaRPr lang="en-US" sz="900" b="0" i="0" dirty="0">
              <a:solidFill>
                <a:srgbClr val="3B3B3B"/>
              </a:solidFill>
              <a:effectLst/>
              <a:latin typeface="IBM Plex Mono" panose="020B0509050203000203" pitchFamily="49" charset="77"/>
            </a:endParaRPr>
          </a:p>
          <a:p>
            <a:r>
              <a:rPr lang="en-US" sz="900" dirty="0">
                <a:solidFill>
                  <a:srgbClr val="3B3B3B"/>
                </a:solidFill>
                <a:latin typeface="IBM Plex Mono" panose="020B0509050203000203" pitchFamily="49" charset="77"/>
              </a:rPr>
              <a:t>/</a:t>
            </a:r>
            <a:r>
              <a:rPr lang="en-US" sz="900" dirty="0" err="1">
                <a:latin typeface="IBM Plex Mono" panose="020B0509050203000203" pitchFamily="49" charset="77"/>
              </a:rPr>
              <a:t>map_plan.png</a:t>
            </a:r>
            <a:endParaRPr lang="en-US" sz="900" b="0" i="0" dirty="0">
              <a:solidFill>
                <a:srgbClr val="3B3B3B"/>
              </a:solidFill>
              <a:effectLst/>
              <a:latin typeface="IBM Plex Mono" panose="020B0509050203000203" pitchFamily="49" charset="77"/>
            </a:endParaRPr>
          </a:p>
          <a:p>
            <a:r>
              <a:rPr lang="en-US" sz="900" dirty="0">
                <a:solidFill>
                  <a:srgbClr val="3B3B3B"/>
                </a:solidFill>
                <a:latin typeface="IBM Plex Mono" panose="020B0509050203000203" pitchFamily="49" charset="77"/>
              </a:rPr>
              <a:t>/</a:t>
            </a:r>
            <a:r>
              <a:rPr lang="en-US" sz="900" dirty="0" err="1">
                <a:latin typeface="IBM Plex Mono" panose="020B0509050203000203" pitchFamily="49" charset="77"/>
              </a:rPr>
              <a:t>fig_framework.png</a:t>
            </a:r>
            <a:endParaRPr lang="en-CN" sz="900" dirty="0">
              <a:latin typeface="IBM Plex Mono" panose="020B0509050203000203" pitchFamily="49" charset="77"/>
            </a:endParaRPr>
          </a:p>
        </p:txBody>
      </p:sp>
      <p:cxnSp>
        <p:nvCxnSpPr>
          <p:cNvPr id="303" name="Connector 66">
            <a:extLst>
              <a:ext uri="{FF2B5EF4-FFF2-40B4-BE49-F238E27FC236}">
                <a16:creationId xmlns:a16="http://schemas.microsoft.com/office/drawing/2014/main" id="{D3EC7D3C-C160-FF08-69A9-62D93DE24602}"/>
              </a:ext>
            </a:extLst>
          </p:cNvPr>
          <p:cNvCxnSpPr>
            <a:cxnSpLocks/>
          </p:cNvCxnSpPr>
          <p:nvPr/>
        </p:nvCxnSpPr>
        <p:spPr>
          <a:xfrm>
            <a:off x="8672353" y="1393415"/>
            <a:ext cx="255320" cy="0"/>
          </a:xfrm>
          <a:prstGeom prst="line">
            <a:avLst/>
          </a:prstGeom>
          <a:ln w="20320">
            <a:solidFill>
              <a:srgbClr val="1C1B1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ounded Rectangle 306">
            <a:extLst>
              <a:ext uri="{FF2B5EF4-FFF2-40B4-BE49-F238E27FC236}">
                <a16:creationId xmlns:a16="http://schemas.microsoft.com/office/drawing/2014/main" id="{CD8CB983-50D7-0D3F-AC91-3ABB30B1644E}"/>
              </a:ext>
            </a:extLst>
          </p:cNvPr>
          <p:cNvSpPr/>
          <p:nvPr/>
        </p:nvSpPr>
        <p:spPr>
          <a:xfrm>
            <a:off x="-1401235" y="4460441"/>
            <a:ext cx="438419" cy="256996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16510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860" b="1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D334FCF-5D6F-EE88-3E89-82ED81EE9412}"/>
              </a:ext>
            </a:extLst>
          </p:cNvPr>
          <p:cNvSpPr txBox="1"/>
          <p:nvPr/>
        </p:nvSpPr>
        <p:spPr>
          <a:xfrm>
            <a:off x="-929242" y="4369893"/>
            <a:ext cx="572384" cy="355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dirty="0">
                <a:solidFill>
                  <a:srgbClr val="1C1B18"/>
                </a:solidFill>
                <a:latin typeface="IBM Plex Mono" panose="020B0509050203000203" pitchFamily="49" charset="77"/>
              </a:rPr>
              <a:t>Tools</a:t>
            </a:r>
          </a:p>
        </p:txBody>
      </p:sp>
      <p:sp>
        <p:nvSpPr>
          <p:cNvPr id="309" name="Rounded Rectangle 308">
            <a:extLst>
              <a:ext uri="{FF2B5EF4-FFF2-40B4-BE49-F238E27FC236}">
                <a16:creationId xmlns:a16="http://schemas.microsoft.com/office/drawing/2014/main" id="{A3555E05-1504-1653-677C-E9B9CC0DCCBA}"/>
              </a:ext>
            </a:extLst>
          </p:cNvPr>
          <p:cNvSpPr/>
          <p:nvPr/>
        </p:nvSpPr>
        <p:spPr>
          <a:xfrm>
            <a:off x="-238592" y="4460441"/>
            <a:ext cx="483383" cy="265182"/>
          </a:xfrm>
          <a:prstGeom prst="roundRect">
            <a:avLst>
              <a:gd name="adj" fmla="val 12000"/>
            </a:avLst>
          </a:prstGeom>
          <a:solidFill>
            <a:srgbClr val="F1F7F6"/>
          </a:solidFill>
          <a:ln w="12700">
            <a:solidFill>
              <a:srgbClr val="276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/>
            <a:endParaRPr sz="1100" b="0" i="0" dirty="0">
              <a:solidFill>
                <a:srgbClr val="6E6B62"/>
              </a:solidFill>
              <a:latin typeface="IBM Plex Mono" panose="020B0509050203000203" pitchFamily="49" charset="77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C2BD36D1-A478-3BC5-99A8-0EDBEB3B189D}"/>
              </a:ext>
            </a:extLst>
          </p:cNvPr>
          <p:cNvSpPr txBox="1"/>
          <p:nvPr/>
        </p:nvSpPr>
        <p:spPr>
          <a:xfrm>
            <a:off x="247564" y="4353572"/>
            <a:ext cx="969795" cy="355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dirty="0">
                <a:solidFill>
                  <a:srgbClr val="1C1B18"/>
                </a:solidFill>
                <a:latin typeface="IBM Plex Mono" panose="020B0509050203000203" pitchFamily="49" charset="77"/>
              </a:rPr>
              <a:t>Sub-Agent</a:t>
            </a:r>
          </a:p>
        </p:txBody>
      </p:sp>
      <p:sp>
        <p:nvSpPr>
          <p:cNvPr id="311" name="Rounded Rectangle 310">
            <a:extLst>
              <a:ext uri="{FF2B5EF4-FFF2-40B4-BE49-F238E27FC236}">
                <a16:creationId xmlns:a16="http://schemas.microsoft.com/office/drawing/2014/main" id="{1430935B-F80E-EAD5-1C3A-93E642552F38}"/>
              </a:ext>
            </a:extLst>
          </p:cNvPr>
          <p:cNvSpPr/>
          <p:nvPr/>
        </p:nvSpPr>
        <p:spPr>
          <a:xfrm flipV="1">
            <a:off x="1252612" y="4459645"/>
            <a:ext cx="422832" cy="265181"/>
          </a:xfrm>
          <a:prstGeom prst="roundRect">
            <a:avLst>
              <a:gd name="adj" fmla="val 4000"/>
            </a:avLst>
          </a:prstGeom>
          <a:solidFill>
            <a:srgbClr val="ECEEF0"/>
          </a:solidFill>
          <a:ln w="20320">
            <a:solidFill>
              <a:srgbClr val="465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7782" rIns="146304" bIns="87782" rtlCol="0" anchor="t"/>
          <a:lstStyle/>
          <a:p>
            <a:pPr algn="l"/>
            <a:endParaRPr sz="760" b="0" i="0" dirty="0">
              <a:solidFill>
                <a:srgbClr val="46586A"/>
              </a:solidFill>
              <a:latin typeface="IBM Plex Mono" panose="020B0509050203000203" pitchFamily="49" charset="77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8326C01C-5FC6-8D52-4BE5-CB499CD1B910}"/>
              </a:ext>
            </a:extLst>
          </p:cNvPr>
          <p:cNvSpPr txBox="1"/>
          <p:nvPr/>
        </p:nvSpPr>
        <p:spPr>
          <a:xfrm>
            <a:off x="1713470" y="4353572"/>
            <a:ext cx="969795" cy="355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dirty="0">
                <a:solidFill>
                  <a:srgbClr val="1C1B18"/>
                </a:solidFill>
                <a:latin typeface="IBM Plex Mono" panose="020B0509050203000203" pitchFamily="49" charset="77"/>
              </a:rPr>
              <a:t>Data</a:t>
            </a:r>
          </a:p>
        </p:txBody>
      </p:sp>
      <p:sp>
        <p:nvSpPr>
          <p:cNvPr id="313" name="Rounded Rectangle 312">
            <a:extLst>
              <a:ext uri="{FF2B5EF4-FFF2-40B4-BE49-F238E27FC236}">
                <a16:creationId xmlns:a16="http://schemas.microsoft.com/office/drawing/2014/main" id="{F6807EF5-D462-8B95-A866-F9886D2782F7}"/>
              </a:ext>
            </a:extLst>
          </p:cNvPr>
          <p:cNvSpPr/>
          <p:nvPr/>
        </p:nvSpPr>
        <p:spPr>
          <a:xfrm>
            <a:off x="2336545" y="4457224"/>
            <a:ext cx="431402" cy="24798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IBM Plex Mono" panose="020B0509050203000203" pitchFamily="49" charset="77"/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6413DE30-D057-B447-2C9A-9E43CD9E6284}"/>
              </a:ext>
            </a:extLst>
          </p:cNvPr>
          <p:cNvSpPr txBox="1"/>
          <p:nvPr/>
        </p:nvSpPr>
        <p:spPr>
          <a:xfrm>
            <a:off x="2851368" y="4484377"/>
            <a:ext cx="61963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00" b="0" i="0" dirty="0">
                <a:solidFill>
                  <a:srgbClr val="C00000"/>
                </a:solidFill>
                <a:latin typeface="IBM Plex Mono" panose="020B0509050203000203" pitchFamily="49" charset="77"/>
              </a:rPr>
              <a:t>Harness</a:t>
            </a:r>
            <a:endParaRPr sz="1000" b="0" i="0" dirty="0">
              <a:solidFill>
                <a:srgbClr val="C00000"/>
              </a:solidFill>
              <a:latin typeface="IBM Plex Mono" panose="020B0509050203000203" pitchFamily="49" charset="77"/>
            </a:endParaRPr>
          </a:p>
        </p:txBody>
      </p:sp>
      <p:pic>
        <p:nvPicPr>
          <p:cNvPr id="328" name="Graphic 327" descr="Badge 5 with solid fill">
            <a:extLst>
              <a:ext uri="{FF2B5EF4-FFF2-40B4-BE49-F238E27FC236}">
                <a16:creationId xmlns:a16="http://schemas.microsoft.com/office/drawing/2014/main" id="{C1AE0C35-F33C-EF74-0F80-E9DD71572AC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16334" y="3302060"/>
            <a:ext cx="190175" cy="190175"/>
          </a:xfrm>
          <a:prstGeom prst="rect">
            <a:avLst/>
          </a:prstGeom>
        </p:spPr>
      </p:pic>
      <p:pic>
        <p:nvPicPr>
          <p:cNvPr id="330" name="Graphic 329" descr="Badge 6 with solid fill">
            <a:extLst>
              <a:ext uri="{FF2B5EF4-FFF2-40B4-BE49-F238E27FC236}">
                <a16:creationId xmlns:a16="http://schemas.microsoft.com/office/drawing/2014/main" id="{A146AD03-3DF6-BD1C-952B-1B35B76E5E9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618427" y="3507972"/>
            <a:ext cx="190175" cy="190175"/>
          </a:xfrm>
          <a:prstGeom prst="rect">
            <a:avLst/>
          </a:prstGeom>
        </p:spPr>
      </p:pic>
      <p:pic>
        <p:nvPicPr>
          <p:cNvPr id="332" name="Graphic 331" descr="Badge 7 with solid fill">
            <a:extLst>
              <a:ext uri="{FF2B5EF4-FFF2-40B4-BE49-F238E27FC236}">
                <a16:creationId xmlns:a16="http://schemas.microsoft.com/office/drawing/2014/main" id="{EE33B2DD-D44E-701B-F0D9-AD77C76269C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616540" y="3728589"/>
            <a:ext cx="190175" cy="190175"/>
          </a:xfrm>
          <a:prstGeom prst="rect">
            <a:avLst/>
          </a:prstGeom>
        </p:spPr>
      </p:pic>
      <p:pic>
        <p:nvPicPr>
          <p:cNvPr id="334" name="Graphic 333" descr="Badge 8 with solid fill">
            <a:extLst>
              <a:ext uri="{FF2B5EF4-FFF2-40B4-BE49-F238E27FC236}">
                <a16:creationId xmlns:a16="http://schemas.microsoft.com/office/drawing/2014/main" id="{18A37C9F-B152-A680-B79E-7FB09508B840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616334" y="3926174"/>
            <a:ext cx="190175" cy="190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543</Words>
  <Application>Microsoft Macintosh PowerPoint</Application>
  <PresentationFormat>Custom</PresentationFormat>
  <Paragraphs>220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-apple-system</vt:lpstr>
      <vt:lpstr>Aptos</vt:lpstr>
      <vt:lpstr>Arial</vt:lpstr>
      <vt:lpstr>Calibri</vt:lpstr>
      <vt:lpstr>IBM Plex Mono</vt:lpstr>
      <vt:lpstr>IBM Plex Sans</vt:lpstr>
      <vt:lpstr>Menlo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ad53lqp</cp:lastModifiedBy>
  <cp:revision>4</cp:revision>
  <cp:lastPrinted>2026-09-04T09:02:52Z</cp:lastPrinted>
  <dcterms:created xsi:type="dcterms:W3CDTF">2013-01-27T09:14:16Z</dcterms:created>
  <dcterms:modified xsi:type="dcterms:W3CDTF">2026-09-04T16:11:42Z</dcterms:modified>
  <cp:category/>
</cp:coreProperties>
</file>